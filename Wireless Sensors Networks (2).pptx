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5" r:id="rId8"/>
    <p:sldId id="263" r:id="rId9"/>
    <p:sldId id="264" r:id="rId10"/>
    <p:sldId id="266" r:id="rId11"/>
  </p:sldIdLst>
  <p:sldSz cx="12192000" cy="6858000"/>
  <p:notesSz cx="6858000" cy="9144000"/>
  <p:defaultTextStyle>
    <a:defPPr>
      <a:defRPr lang="ar-J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lya" initials="D" lastIdx="0" clrIdx="0">
    <p:extLst>
      <p:ext uri="{19B8F6BF-5375-455C-9EA6-DF929625EA0E}">
        <p15:presenceInfo xmlns:p15="http://schemas.microsoft.com/office/powerpoint/2012/main" userId="f954f38bf21b494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AE9C0"/>
    <a:srgbClr val="FBFA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f954f38bf21b4948" providerId="LiveId" clId="{FF3CAAD9-8BA5-4775-9471-2476B56688A6}"/>
    <pc:docChg chg="undo custSel addSld modSld">
      <pc:chgData name="" userId="f954f38bf21b4948" providerId="LiveId" clId="{FF3CAAD9-8BA5-4775-9471-2476B56688A6}" dt="2025-01-30T15:32:02.051" v="3216" actId="113"/>
      <pc:docMkLst>
        <pc:docMk/>
      </pc:docMkLst>
      <pc:sldChg chg="modTransition">
        <pc:chgData name="" userId="f954f38bf21b4948" providerId="LiveId" clId="{FF3CAAD9-8BA5-4775-9471-2476B56688A6}" dt="2025-01-30T15:26:09.757" v="3183"/>
        <pc:sldMkLst>
          <pc:docMk/>
          <pc:sldMk cId="3919817228" sldId="256"/>
        </pc:sldMkLst>
      </pc:sldChg>
      <pc:sldChg chg="modSp modTransition">
        <pc:chgData name="" userId="f954f38bf21b4948" providerId="LiveId" clId="{FF3CAAD9-8BA5-4775-9471-2476B56688A6}" dt="2025-01-30T15:26:23.648" v="3184"/>
        <pc:sldMkLst>
          <pc:docMk/>
          <pc:sldMk cId="2757753898" sldId="258"/>
        </pc:sldMkLst>
        <pc:spChg chg="mod">
          <ac:chgData name="" userId="f954f38bf21b4948" providerId="LiveId" clId="{FF3CAAD9-8BA5-4775-9471-2476B56688A6}" dt="2025-01-30T14:23:58.167" v="648" actId="20577"/>
          <ac:spMkLst>
            <pc:docMk/>
            <pc:sldMk cId="2757753898" sldId="258"/>
            <ac:spMk id="5" creationId="{4615CB30-CCC2-425E-80CB-41BBD217D0F2}"/>
          </ac:spMkLst>
        </pc:spChg>
      </pc:sldChg>
      <pc:sldChg chg="modTransition">
        <pc:chgData name="" userId="f954f38bf21b4948" providerId="LiveId" clId="{FF3CAAD9-8BA5-4775-9471-2476B56688A6}" dt="2025-01-30T15:31:00.071" v="3210"/>
        <pc:sldMkLst>
          <pc:docMk/>
          <pc:sldMk cId="1227895729" sldId="259"/>
        </pc:sldMkLst>
      </pc:sldChg>
      <pc:sldChg chg="modTransition">
        <pc:chgData name="" userId="f954f38bf21b4948" providerId="LiveId" clId="{FF3CAAD9-8BA5-4775-9471-2476B56688A6}" dt="2025-01-30T15:27:00.367" v="3186"/>
        <pc:sldMkLst>
          <pc:docMk/>
          <pc:sldMk cId="27242694" sldId="260"/>
        </pc:sldMkLst>
      </pc:sldChg>
      <pc:sldChg chg="addSp modSp modTransition">
        <pc:chgData name="" userId="f954f38bf21b4948" providerId="LiveId" clId="{FF3CAAD9-8BA5-4775-9471-2476B56688A6}" dt="2025-01-30T15:27:44.943" v="3194"/>
        <pc:sldMkLst>
          <pc:docMk/>
          <pc:sldMk cId="1765960299" sldId="261"/>
        </pc:sldMkLst>
        <pc:spChg chg="add mod">
          <ac:chgData name="" userId="f954f38bf21b4948" providerId="LiveId" clId="{FF3CAAD9-8BA5-4775-9471-2476B56688A6}" dt="2025-01-30T14:00:08.448" v="12" actId="1076"/>
          <ac:spMkLst>
            <pc:docMk/>
            <pc:sldMk cId="1765960299" sldId="261"/>
            <ac:spMk id="2" creationId="{DE2AED2D-E083-49F5-B301-33B4B6DF2071}"/>
          </ac:spMkLst>
        </pc:spChg>
        <pc:spChg chg="add mod">
          <ac:chgData name="" userId="f954f38bf21b4948" providerId="LiveId" clId="{FF3CAAD9-8BA5-4775-9471-2476B56688A6}" dt="2025-01-30T14:02:34.834" v="138" actId="1076"/>
          <ac:spMkLst>
            <pc:docMk/>
            <pc:sldMk cId="1765960299" sldId="261"/>
            <ac:spMk id="3" creationId="{443C72C4-8688-4417-97BD-2D14B504582E}"/>
          </ac:spMkLst>
        </pc:spChg>
        <pc:spChg chg="add mod">
          <ac:chgData name="" userId="f954f38bf21b4948" providerId="LiveId" clId="{FF3CAAD9-8BA5-4775-9471-2476B56688A6}" dt="2025-01-30T14:04:30.926" v="213" actId="1076"/>
          <ac:spMkLst>
            <pc:docMk/>
            <pc:sldMk cId="1765960299" sldId="261"/>
            <ac:spMk id="8" creationId="{51D5F3ED-7C6D-4FBB-81CB-A70BF957EB12}"/>
          </ac:spMkLst>
        </pc:spChg>
        <pc:spChg chg="add mod">
          <ac:chgData name="" userId="f954f38bf21b4948" providerId="LiveId" clId="{FF3CAAD9-8BA5-4775-9471-2476B56688A6}" dt="2025-01-30T14:04:55.728" v="229" actId="1076"/>
          <ac:spMkLst>
            <pc:docMk/>
            <pc:sldMk cId="1765960299" sldId="261"/>
            <ac:spMk id="9" creationId="{BAABCD25-8653-43BA-9B2D-76F8A1AB7E6A}"/>
          </ac:spMkLst>
        </pc:spChg>
        <pc:spChg chg="add mod">
          <ac:chgData name="" userId="f954f38bf21b4948" providerId="LiveId" clId="{FF3CAAD9-8BA5-4775-9471-2476B56688A6}" dt="2025-01-30T14:08:46.864" v="467" actId="14100"/>
          <ac:spMkLst>
            <pc:docMk/>
            <pc:sldMk cId="1765960299" sldId="261"/>
            <ac:spMk id="11" creationId="{9F7FB7F7-E091-4AD8-A357-DEEABD7DB26A}"/>
          </ac:spMkLst>
        </pc:spChg>
        <pc:spChg chg="add mod">
          <ac:chgData name="" userId="f954f38bf21b4948" providerId="LiveId" clId="{FF3CAAD9-8BA5-4775-9471-2476B56688A6}" dt="2025-01-30T14:09:09.900" v="471" actId="1076"/>
          <ac:spMkLst>
            <pc:docMk/>
            <pc:sldMk cId="1765960299" sldId="261"/>
            <ac:spMk id="12" creationId="{B7034848-98E1-4797-B66B-E9564F1F7D15}"/>
          </ac:spMkLst>
        </pc:spChg>
        <pc:picChg chg="add mod">
          <ac:chgData name="" userId="f954f38bf21b4948" providerId="LiveId" clId="{FF3CAAD9-8BA5-4775-9471-2476B56688A6}" dt="2025-01-30T14:03:02.401" v="140" actId="1076"/>
          <ac:picMkLst>
            <pc:docMk/>
            <pc:sldMk cId="1765960299" sldId="261"/>
            <ac:picMk id="4" creationId="{F2DC527B-1921-4FFC-8E38-47588D484BC8}"/>
          </ac:picMkLst>
        </pc:picChg>
        <pc:picChg chg="add mod">
          <ac:chgData name="" userId="f954f38bf21b4948" providerId="LiveId" clId="{FF3CAAD9-8BA5-4775-9471-2476B56688A6}" dt="2025-01-30T14:08:58.963" v="470" actId="1076"/>
          <ac:picMkLst>
            <pc:docMk/>
            <pc:sldMk cId="1765960299" sldId="261"/>
            <ac:picMk id="7" creationId="{EE12F5E1-7E79-4410-A53E-AE401C9C83A8}"/>
          </ac:picMkLst>
        </pc:picChg>
      </pc:sldChg>
      <pc:sldChg chg="addSp delSp modSp add modTransition">
        <pc:chgData name="" userId="f954f38bf21b4948" providerId="LiveId" clId="{FF3CAAD9-8BA5-4775-9471-2476B56688A6}" dt="2025-01-30T15:28:04.719" v="3196"/>
        <pc:sldMkLst>
          <pc:docMk/>
          <pc:sldMk cId="825036588" sldId="262"/>
        </pc:sldMkLst>
        <pc:spChg chg="del">
          <ac:chgData name="" userId="f954f38bf21b4948" providerId="LiveId" clId="{FF3CAAD9-8BA5-4775-9471-2476B56688A6}" dt="2025-01-30T14:09:47.582" v="474"/>
          <ac:spMkLst>
            <pc:docMk/>
            <pc:sldMk cId="825036588" sldId="262"/>
            <ac:spMk id="2" creationId="{9C7F5575-510A-4557-A947-EB364D31D84A}"/>
          </ac:spMkLst>
        </pc:spChg>
        <pc:spChg chg="del">
          <ac:chgData name="" userId="f954f38bf21b4948" providerId="LiveId" clId="{FF3CAAD9-8BA5-4775-9471-2476B56688A6}" dt="2025-01-30T14:09:45.410" v="473"/>
          <ac:spMkLst>
            <pc:docMk/>
            <pc:sldMk cId="825036588" sldId="262"/>
            <ac:spMk id="3" creationId="{889EC43F-9F8C-40ED-804F-8215CC35B5B7}"/>
          </ac:spMkLst>
        </pc:spChg>
        <pc:spChg chg="add mod">
          <ac:chgData name="" userId="f954f38bf21b4948" providerId="LiveId" clId="{FF3CAAD9-8BA5-4775-9471-2476B56688A6}" dt="2025-01-30T14:26:10.382" v="657" actId="1076"/>
          <ac:spMkLst>
            <pc:docMk/>
            <pc:sldMk cId="825036588" sldId="262"/>
            <ac:spMk id="4" creationId="{5C0B63E4-07E9-4073-B3DF-29CC78B209F7}"/>
          </ac:spMkLst>
        </pc:spChg>
        <pc:spChg chg="add del mod">
          <ac:chgData name="" userId="f954f38bf21b4948" providerId="LiveId" clId="{FF3CAAD9-8BA5-4775-9471-2476B56688A6}" dt="2025-01-30T14:14:35.709" v="514"/>
          <ac:spMkLst>
            <pc:docMk/>
            <pc:sldMk cId="825036588" sldId="262"/>
            <ac:spMk id="5" creationId="{115BE154-7B74-4F7B-9B09-EF44B2F1A9AC}"/>
          </ac:spMkLst>
        </pc:spChg>
        <pc:spChg chg="add mod">
          <ac:chgData name="" userId="f954f38bf21b4948" providerId="LiveId" clId="{FF3CAAD9-8BA5-4775-9471-2476B56688A6}" dt="2025-01-30T14:26:45.767" v="663" actId="1076"/>
          <ac:spMkLst>
            <pc:docMk/>
            <pc:sldMk cId="825036588" sldId="262"/>
            <ac:spMk id="6" creationId="{4E65AC7E-38E4-454D-B62B-221FA6190782}"/>
          </ac:spMkLst>
        </pc:spChg>
        <pc:spChg chg="add mod">
          <ac:chgData name="" userId="f954f38bf21b4948" providerId="LiveId" clId="{FF3CAAD9-8BA5-4775-9471-2476B56688A6}" dt="2025-01-30T14:27:43.236" v="672" actId="1076"/>
          <ac:spMkLst>
            <pc:docMk/>
            <pc:sldMk cId="825036588" sldId="262"/>
            <ac:spMk id="11" creationId="{D7DD52A2-C5D7-4461-A744-084D6D61EB4D}"/>
          </ac:spMkLst>
        </pc:spChg>
        <pc:spChg chg="add mod">
          <ac:chgData name="" userId="f954f38bf21b4948" providerId="LiveId" clId="{FF3CAAD9-8BA5-4775-9471-2476B56688A6}" dt="2025-01-30T14:28:01.109" v="676" actId="1076"/>
          <ac:spMkLst>
            <pc:docMk/>
            <pc:sldMk cId="825036588" sldId="262"/>
            <ac:spMk id="12" creationId="{F323A050-DC55-4667-BFEE-916C45D2A9F8}"/>
          </ac:spMkLst>
        </pc:spChg>
        <pc:spChg chg="add mod">
          <ac:chgData name="" userId="f954f38bf21b4948" providerId="LiveId" clId="{FF3CAAD9-8BA5-4775-9471-2476B56688A6}" dt="2025-01-30T14:28:23.395" v="684" actId="1076"/>
          <ac:spMkLst>
            <pc:docMk/>
            <pc:sldMk cId="825036588" sldId="262"/>
            <ac:spMk id="13" creationId="{2A218C0F-2717-45E3-BCD4-0DEE7F616A12}"/>
          </ac:spMkLst>
        </pc:spChg>
        <pc:spChg chg="add mod">
          <ac:chgData name="" userId="f954f38bf21b4948" providerId="LiveId" clId="{FF3CAAD9-8BA5-4775-9471-2476B56688A6}" dt="2025-01-30T14:28:52.509" v="706" actId="1076"/>
          <ac:spMkLst>
            <pc:docMk/>
            <pc:sldMk cId="825036588" sldId="262"/>
            <ac:spMk id="14" creationId="{71DAF5E4-F0A4-46B8-8758-760936DD6004}"/>
          </ac:spMkLst>
        </pc:spChg>
        <pc:spChg chg="add mod">
          <ac:chgData name="" userId="f954f38bf21b4948" providerId="LiveId" clId="{FF3CAAD9-8BA5-4775-9471-2476B56688A6}" dt="2025-01-30T14:29:57.287" v="730" actId="1076"/>
          <ac:spMkLst>
            <pc:docMk/>
            <pc:sldMk cId="825036588" sldId="262"/>
            <ac:spMk id="15" creationId="{A76871A6-4DFC-40D6-AE2D-D28D707FE575}"/>
          </ac:spMkLst>
        </pc:spChg>
        <pc:spChg chg="add mod">
          <ac:chgData name="" userId="f954f38bf21b4948" providerId="LiveId" clId="{FF3CAAD9-8BA5-4775-9471-2476B56688A6}" dt="2025-01-30T14:30:02.347" v="731" actId="1076"/>
          <ac:spMkLst>
            <pc:docMk/>
            <pc:sldMk cId="825036588" sldId="262"/>
            <ac:spMk id="16" creationId="{323EDEFF-801B-4093-8530-CA1894CA41C2}"/>
          </ac:spMkLst>
        </pc:spChg>
        <pc:spChg chg="add mod">
          <ac:chgData name="" userId="f954f38bf21b4948" providerId="LiveId" clId="{FF3CAAD9-8BA5-4775-9471-2476B56688A6}" dt="2025-01-30T14:31:36.524" v="836" actId="1076"/>
          <ac:spMkLst>
            <pc:docMk/>
            <pc:sldMk cId="825036588" sldId="262"/>
            <ac:spMk id="17" creationId="{D4239A6A-1A5F-443F-AF56-1990E384AE48}"/>
          </ac:spMkLst>
        </pc:spChg>
        <pc:spChg chg="add mod">
          <ac:chgData name="" userId="f954f38bf21b4948" providerId="LiveId" clId="{FF3CAAD9-8BA5-4775-9471-2476B56688A6}" dt="2025-01-30T14:32:45.661" v="905" actId="1076"/>
          <ac:spMkLst>
            <pc:docMk/>
            <pc:sldMk cId="825036588" sldId="262"/>
            <ac:spMk id="18" creationId="{AB1A778F-1BD6-4E01-B440-FC4B578CE925}"/>
          </ac:spMkLst>
        </pc:spChg>
        <pc:spChg chg="add mod">
          <ac:chgData name="" userId="f954f38bf21b4948" providerId="LiveId" clId="{FF3CAAD9-8BA5-4775-9471-2476B56688A6}" dt="2025-01-30T14:34:19.081" v="1013" actId="1076"/>
          <ac:spMkLst>
            <pc:docMk/>
            <pc:sldMk cId="825036588" sldId="262"/>
            <ac:spMk id="19" creationId="{71BF6D3C-53EF-44B5-96F5-99E05009D07B}"/>
          </ac:spMkLst>
        </pc:spChg>
        <pc:picChg chg="add mod">
          <ac:chgData name="" userId="f954f38bf21b4948" providerId="LiveId" clId="{FF3CAAD9-8BA5-4775-9471-2476B56688A6}" dt="2025-01-30T14:26:59.492" v="665" actId="1076"/>
          <ac:picMkLst>
            <pc:docMk/>
            <pc:sldMk cId="825036588" sldId="262"/>
            <ac:picMk id="7" creationId="{C15D9CC6-32AF-4F97-8716-BBDD20CE5E70}"/>
          </ac:picMkLst>
        </pc:picChg>
        <pc:picChg chg="add mod">
          <ac:chgData name="" userId="f954f38bf21b4948" providerId="LiveId" clId="{FF3CAAD9-8BA5-4775-9471-2476B56688A6}" dt="2025-01-30T14:26:57.204" v="664" actId="1076"/>
          <ac:picMkLst>
            <pc:docMk/>
            <pc:sldMk cId="825036588" sldId="262"/>
            <ac:picMk id="8" creationId="{2A0108C0-DA35-4A3C-A76B-B22A077C1385}"/>
          </ac:picMkLst>
        </pc:picChg>
        <pc:picChg chg="add mod">
          <ac:chgData name="" userId="f954f38bf21b4948" providerId="LiveId" clId="{FF3CAAD9-8BA5-4775-9471-2476B56688A6}" dt="2025-01-30T14:25:40.314" v="654" actId="14100"/>
          <ac:picMkLst>
            <pc:docMk/>
            <pc:sldMk cId="825036588" sldId="262"/>
            <ac:picMk id="10" creationId="{C0A266EA-3141-43CC-A4AB-2919C55AE2A0}"/>
          </ac:picMkLst>
        </pc:picChg>
      </pc:sldChg>
      <pc:sldChg chg="addSp delSp modSp add modTransition">
        <pc:chgData name="" userId="f954f38bf21b4948" providerId="LiveId" clId="{FF3CAAD9-8BA5-4775-9471-2476B56688A6}" dt="2025-01-30T15:32:02.051" v="3216" actId="113"/>
        <pc:sldMkLst>
          <pc:docMk/>
          <pc:sldMk cId="3748722181" sldId="263"/>
        </pc:sldMkLst>
        <pc:spChg chg="del">
          <ac:chgData name="" userId="f954f38bf21b4948" providerId="LiveId" clId="{FF3CAAD9-8BA5-4775-9471-2476B56688A6}" dt="2025-01-30T14:35:01.285" v="1016"/>
          <ac:spMkLst>
            <pc:docMk/>
            <pc:sldMk cId="3748722181" sldId="263"/>
            <ac:spMk id="2" creationId="{58066C2F-D479-43DB-9C9F-C460F62C1E0B}"/>
          </ac:spMkLst>
        </pc:spChg>
        <pc:spChg chg="del">
          <ac:chgData name="" userId="f954f38bf21b4948" providerId="LiveId" clId="{FF3CAAD9-8BA5-4775-9471-2476B56688A6}" dt="2025-01-30T14:34:46.435" v="1015"/>
          <ac:spMkLst>
            <pc:docMk/>
            <pc:sldMk cId="3748722181" sldId="263"/>
            <ac:spMk id="3" creationId="{BBE25DC5-A0B9-4ACE-A5F0-D43B7F5D37AA}"/>
          </ac:spMkLst>
        </pc:spChg>
        <pc:spChg chg="add mod">
          <ac:chgData name="" userId="f954f38bf21b4948" providerId="LiveId" clId="{FF3CAAD9-8BA5-4775-9471-2476B56688A6}" dt="2025-01-30T14:36:30.062" v="1038" actId="255"/>
          <ac:spMkLst>
            <pc:docMk/>
            <pc:sldMk cId="3748722181" sldId="263"/>
            <ac:spMk id="4" creationId="{A307BC3E-9DE1-442A-AE1A-835C9E6B5A9A}"/>
          </ac:spMkLst>
        </pc:spChg>
        <pc:spChg chg="add mod">
          <ac:chgData name="" userId="f954f38bf21b4948" providerId="LiveId" clId="{FF3CAAD9-8BA5-4775-9471-2476B56688A6}" dt="2025-01-30T15:32:02.051" v="3216" actId="113"/>
          <ac:spMkLst>
            <pc:docMk/>
            <pc:sldMk cId="3748722181" sldId="263"/>
            <ac:spMk id="5" creationId="{44010971-8B65-4663-9598-C58352C3D968}"/>
          </ac:spMkLst>
        </pc:spChg>
      </pc:sldChg>
      <pc:sldChg chg="addSp delSp modSp add modTransition">
        <pc:chgData name="" userId="f954f38bf21b4948" providerId="LiveId" clId="{FF3CAAD9-8BA5-4775-9471-2476B56688A6}" dt="2025-01-30T15:29:05.069" v="3206"/>
        <pc:sldMkLst>
          <pc:docMk/>
          <pc:sldMk cId="2133193204" sldId="264"/>
        </pc:sldMkLst>
        <pc:spChg chg="del">
          <ac:chgData name="" userId="f954f38bf21b4948" providerId="LiveId" clId="{FF3CAAD9-8BA5-4775-9471-2476B56688A6}" dt="2025-01-30T14:48:03.053" v="1579"/>
          <ac:spMkLst>
            <pc:docMk/>
            <pc:sldMk cId="2133193204" sldId="264"/>
            <ac:spMk id="2" creationId="{E05967C5-6A9E-4761-B23F-00A4A9B00CBD}"/>
          </ac:spMkLst>
        </pc:spChg>
        <pc:spChg chg="del">
          <ac:chgData name="" userId="f954f38bf21b4948" providerId="LiveId" clId="{FF3CAAD9-8BA5-4775-9471-2476B56688A6}" dt="2025-01-30T14:48:06.584" v="1580"/>
          <ac:spMkLst>
            <pc:docMk/>
            <pc:sldMk cId="2133193204" sldId="264"/>
            <ac:spMk id="3" creationId="{6770464A-8E17-483A-AA43-B011688C2524}"/>
          </ac:spMkLst>
        </pc:spChg>
        <pc:spChg chg="add mod">
          <ac:chgData name="" userId="f954f38bf21b4948" providerId="LiveId" clId="{FF3CAAD9-8BA5-4775-9471-2476B56688A6}" dt="2025-01-30T15:06:54.775" v="2168" actId="1076"/>
          <ac:spMkLst>
            <pc:docMk/>
            <pc:sldMk cId="2133193204" sldId="264"/>
            <ac:spMk id="8" creationId="{86ED66DB-83AE-448A-8049-5DE8AEDAD27B}"/>
          </ac:spMkLst>
        </pc:spChg>
        <pc:spChg chg="add mod">
          <ac:chgData name="" userId="f954f38bf21b4948" providerId="LiveId" clId="{FF3CAAD9-8BA5-4775-9471-2476B56688A6}" dt="2025-01-30T14:52:50.015" v="1613" actId="208"/>
          <ac:spMkLst>
            <pc:docMk/>
            <pc:sldMk cId="2133193204" sldId="264"/>
            <ac:spMk id="9" creationId="{ECE1CA54-0EDE-4959-946A-53ED29A8CDE5}"/>
          </ac:spMkLst>
        </pc:spChg>
        <pc:spChg chg="add mod">
          <ac:chgData name="" userId="f954f38bf21b4948" providerId="LiveId" clId="{FF3CAAD9-8BA5-4775-9471-2476B56688A6}" dt="2025-01-30T14:56:28.456" v="1652" actId="1076"/>
          <ac:spMkLst>
            <pc:docMk/>
            <pc:sldMk cId="2133193204" sldId="264"/>
            <ac:spMk id="12" creationId="{39262460-9786-459C-B928-C32C29EC6306}"/>
          </ac:spMkLst>
        </pc:spChg>
        <pc:spChg chg="add mod">
          <ac:chgData name="" userId="f954f38bf21b4948" providerId="LiveId" clId="{FF3CAAD9-8BA5-4775-9471-2476B56688A6}" dt="2025-01-30T14:57:03.608" v="1678" actId="1076"/>
          <ac:spMkLst>
            <pc:docMk/>
            <pc:sldMk cId="2133193204" sldId="264"/>
            <ac:spMk id="22" creationId="{7E13D2A9-4300-49EA-B700-AF0192FB2A37}"/>
          </ac:spMkLst>
        </pc:spChg>
        <pc:spChg chg="add mod">
          <ac:chgData name="" userId="f954f38bf21b4948" providerId="LiveId" clId="{FF3CAAD9-8BA5-4775-9471-2476B56688A6}" dt="2025-01-30T14:57:35.113" v="1705" actId="1076"/>
          <ac:spMkLst>
            <pc:docMk/>
            <pc:sldMk cId="2133193204" sldId="264"/>
            <ac:spMk id="23" creationId="{37D972B6-3A77-46EB-A2B2-0CF0DAF96B12}"/>
          </ac:spMkLst>
        </pc:spChg>
        <pc:spChg chg="add del mod">
          <ac:chgData name="" userId="f954f38bf21b4948" providerId="LiveId" clId="{FF3CAAD9-8BA5-4775-9471-2476B56688A6}" dt="2025-01-30T14:59:16.783" v="1725"/>
          <ac:spMkLst>
            <pc:docMk/>
            <pc:sldMk cId="2133193204" sldId="264"/>
            <ac:spMk id="27" creationId="{44D5A924-35C6-41CA-B2EB-A2F33EA96FD8}"/>
          </ac:spMkLst>
        </pc:spChg>
        <pc:spChg chg="add mod">
          <ac:chgData name="" userId="f954f38bf21b4948" providerId="LiveId" clId="{FF3CAAD9-8BA5-4775-9471-2476B56688A6}" dt="2025-01-30T15:02:30.349" v="1889" actId="1076"/>
          <ac:spMkLst>
            <pc:docMk/>
            <pc:sldMk cId="2133193204" sldId="264"/>
            <ac:spMk id="30" creationId="{48FF9169-1375-443C-9489-693CAC7B3FEA}"/>
          </ac:spMkLst>
        </pc:spChg>
        <pc:spChg chg="add mod">
          <ac:chgData name="" userId="f954f38bf21b4948" providerId="LiveId" clId="{FF3CAAD9-8BA5-4775-9471-2476B56688A6}" dt="2025-01-30T15:04:04.149" v="1994" actId="1076"/>
          <ac:spMkLst>
            <pc:docMk/>
            <pc:sldMk cId="2133193204" sldId="264"/>
            <ac:spMk id="31" creationId="{7D53D2C9-430E-4A36-B502-C3579522DC7F}"/>
          </ac:spMkLst>
        </pc:spChg>
        <pc:spChg chg="add mod">
          <ac:chgData name="" userId="f954f38bf21b4948" providerId="LiveId" clId="{FF3CAAD9-8BA5-4775-9471-2476B56688A6}" dt="2025-01-30T15:06:28.583" v="2166" actId="1076"/>
          <ac:spMkLst>
            <pc:docMk/>
            <pc:sldMk cId="2133193204" sldId="264"/>
            <ac:spMk id="32" creationId="{35F792ED-E321-4B0C-8A30-BB8CD72C5C79}"/>
          </ac:spMkLst>
        </pc:spChg>
        <pc:spChg chg="add mod">
          <ac:chgData name="" userId="f954f38bf21b4948" providerId="LiveId" clId="{FF3CAAD9-8BA5-4775-9471-2476B56688A6}" dt="2025-01-30T15:07:29.599" v="2174" actId="1076"/>
          <ac:spMkLst>
            <pc:docMk/>
            <pc:sldMk cId="2133193204" sldId="264"/>
            <ac:spMk id="33" creationId="{C8A0BC5D-494E-4509-96B8-0E7F8D8B2DCA}"/>
          </ac:spMkLst>
        </pc:spChg>
        <pc:spChg chg="add mod">
          <ac:chgData name="" userId="f954f38bf21b4948" providerId="LiveId" clId="{FF3CAAD9-8BA5-4775-9471-2476B56688A6}" dt="2025-01-30T15:07:46.932" v="2178" actId="1076"/>
          <ac:spMkLst>
            <pc:docMk/>
            <pc:sldMk cId="2133193204" sldId="264"/>
            <ac:spMk id="34" creationId="{ECF50FB6-9BAF-4E0F-8374-30A23DF8793E}"/>
          </ac:spMkLst>
        </pc:spChg>
        <pc:spChg chg="add mod">
          <ac:chgData name="" userId="f954f38bf21b4948" providerId="LiveId" clId="{FF3CAAD9-8BA5-4775-9471-2476B56688A6}" dt="2025-01-30T15:08:10.006" v="2183" actId="1076"/>
          <ac:spMkLst>
            <pc:docMk/>
            <pc:sldMk cId="2133193204" sldId="264"/>
            <ac:spMk id="35" creationId="{4BA603FE-8AB6-410D-93DD-9D1E62F0CCBF}"/>
          </ac:spMkLst>
        </pc:spChg>
        <pc:picChg chg="add del mod">
          <ac:chgData name="" userId="f954f38bf21b4948" providerId="LiveId" clId="{FF3CAAD9-8BA5-4775-9471-2476B56688A6}" dt="2025-01-30T14:49:30.055" v="1582"/>
          <ac:picMkLst>
            <pc:docMk/>
            <pc:sldMk cId="2133193204" sldId="264"/>
            <ac:picMk id="5" creationId="{89A9715B-38D3-4DD3-AF5F-C3E572C70315}"/>
          </ac:picMkLst>
        </pc:picChg>
        <pc:picChg chg="add mod">
          <ac:chgData name="" userId="f954f38bf21b4948" providerId="LiveId" clId="{FF3CAAD9-8BA5-4775-9471-2476B56688A6}" dt="2025-01-30T14:49:46.497" v="1586" actId="14100"/>
          <ac:picMkLst>
            <pc:docMk/>
            <pc:sldMk cId="2133193204" sldId="264"/>
            <ac:picMk id="7" creationId="{BF308F18-FC79-43C4-83EE-15EB7B0C550C}"/>
          </ac:picMkLst>
        </pc:picChg>
        <pc:picChg chg="add mod">
          <ac:chgData name="" userId="f954f38bf21b4948" providerId="LiveId" clId="{FF3CAAD9-8BA5-4775-9471-2476B56688A6}" dt="2025-01-30T14:53:50.453" v="1617" actId="1076"/>
          <ac:picMkLst>
            <pc:docMk/>
            <pc:sldMk cId="2133193204" sldId="264"/>
            <ac:picMk id="10" creationId="{6ED487EC-0103-4878-8E4C-B893E009BAAB}"/>
          </ac:picMkLst>
        </pc:picChg>
        <pc:picChg chg="add mod">
          <ac:chgData name="" userId="f954f38bf21b4948" providerId="LiveId" clId="{FF3CAAD9-8BA5-4775-9471-2476B56688A6}" dt="2025-01-30T14:55:38.652" v="1643" actId="14100"/>
          <ac:picMkLst>
            <pc:docMk/>
            <pc:sldMk cId="2133193204" sldId="264"/>
            <ac:picMk id="11" creationId="{9FCB7387-3826-4BFD-9B02-A0BF623AC7D7}"/>
          </ac:picMkLst>
        </pc:picChg>
        <pc:picChg chg="add del mod">
          <ac:chgData name="" userId="f954f38bf21b4948" providerId="LiveId" clId="{FF3CAAD9-8BA5-4775-9471-2476B56688A6}" dt="2025-01-30T14:58:45.733" v="1719"/>
          <ac:picMkLst>
            <pc:docMk/>
            <pc:sldMk cId="2133193204" sldId="264"/>
            <ac:picMk id="24" creationId="{13C5AD92-6EA3-4608-A5BC-916185275B5D}"/>
          </ac:picMkLst>
        </pc:picChg>
        <pc:picChg chg="add del mod">
          <ac:chgData name="" userId="f954f38bf21b4948" providerId="LiveId" clId="{FF3CAAD9-8BA5-4775-9471-2476B56688A6}" dt="2025-01-30T14:58:43.508" v="1718"/>
          <ac:picMkLst>
            <pc:docMk/>
            <pc:sldMk cId="2133193204" sldId="264"/>
            <ac:picMk id="25" creationId="{37546E43-1E70-4AA9-9F29-41F81C91EF43}"/>
          </ac:picMkLst>
        </pc:picChg>
        <pc:picChg chg="add del mod">
          <ac:chgData name="" userId="f954f38bf21b4948" providerId="LiveId" clId="{FF3CAAD9-8BA5-4775-9471-2476B56688A6}" dt="2025-01-30T14:58:40.359" v="1717"/>
          <ac:picMkLst>
            <pc:docMk/>
            <pc:sldMk cId="2133193204" sldId="264"/>
            <ac:picMk id="26" creationId="{F2F45510-4A3C-456C-809B-30FAEE9C5140}"/>
          </ac:picMkLst>
        </pc:picChg>
        <pc:picChg chg="add mod">
          <ac:chgData name="" userId="f954f38bf21b4948" providerId="LiveId" clId="{FF3CAAD9-8BA5-4775-9471-2476B56688A6}" dt="2025-01-30T14:59:33.710" v="1727" actId="1076"/>
          <ac:picMkLst>
            <pc:docMk/>
            <pc:sldMk cId="2133193204" sldId="264"/>
            <ac:picMk id="28" creationId="{F61E82B9-A3C8-41F1-BDAF-EE8CDC4883C9}"/>
          </ac:picMkLst>
        </pc:picChg>
        <pc:picChg chg="add mod">
          <ac:chgData name="" userId="f954f38bf21b4948" providerId="LiveId" clId="{FF3CAAD9-8BA5-4775-9471-2476B56688A6}" dt="2025-01-30T14:59:42.074" v="1729" actId="1076"/>
          <ac:picMkLst>
            <pc:docMk/>
            <pc:sldMk cId="2133193204" sldId="264"/>
            <ac:picMk id="29" creationId="{ECA92F1E-8A8C-4D08-8CDE-5744C4FA0D4A}"/>
          </ac:picMkLst>
        </pc:picChg>
        <pc:cxnChg chg="add mod">
          <ac:chgData name="" userId="f954f38bf21b4948" providerId="LiveId" clId="{FF3CAAD9-8BA5-4775-9471-2476B56688A6}" dt="2025-01-30T14:55:24.636" v="1641" actId="208"/>
          <ac:cxnSpMkLst>
            <pc:docMk/>
            <pc:sldMk cId="2133193204" sldId="264"/>
            <ac:cxnSpMk id="14" creationId="{88E515BA-1F48-4E49-B18A-0EC21B76A8F3}"/>
          </ac:cxnSpMkLst>
        </pc:cxnChg>
        <pc:cxnChg chg="add mod">
          <ac:chgData name="" userId="f954f38bf21b4948" providerId="LiveId" clId="{FF3CAAD9-8BA5-4775-9471-2476B56688A6}" dt="2025-01-30T14:56:00.805" v="1647" actId="208"/>
          <ac:cxnSpMkLst>
            <pc:docMk/>
            <pc:sldMk cId="2133193204" sldId="264"/>
            <ac:cxnSpMk id="17" creationId="{8DEF5E23-B395-4D49-B5DF-A59A9E83E6EF}"/>
          </ac:cxnSpMkLst>
        </pc:cxnChg>
        <pc:cxnChg chg="add mod">
          <ac:chgData name="" userId="f954f38bf21b4948" providerId="LiveId" clId="{FF3CAAD9-8BA5-4775-9471-2476B56688A6}" dt="2025-01-30T14:56:09.561" v="1649" actId="208"/>
          <ac:cxnSpMkLst>
            <pc:docMk/>
            <pc:sldMk cId="2133193204" sldId="264"/>
            <ac:cxnSpMk id="19" creationId="{0865BDCD-3E6C-4875-BE23-D9C4DBF7B0E9}"/>
          </ac:cxnSpMkLst>
        </pc:cxnChg>
        <pc:cxnChg chg="add mod">
          <ac:chgData name="" userId="f954f38bf21b4948" providerId="LiveId" clId="{FF3CAAD9-8BA5-4775-9471-2476B56688A6}" dt="2025-01-30T14:56:20.748" v="1651" actId="208"/>
          <ac:cxnSpMkLst>
            <pc:docMk/>
            <pc:sldMk cId="2133193204" sldId="264"/>
            <ac:cxnSpMk id="21" creationId="{817EAED8-208A-4FC9-AC17-8B08647FCEF6}"/>
          </ac:cxnSpMkLst>
        </pc:cxnChg>
      </pc:sldChg>
      <pc:sldChg chg="addSp delSp modSp add modTransition">
        <pc:chgData name="" userId="f954f38bf21b4948" providerId="LiveId" clId="{FF3CAAD9-8BA5-4775-9471-2476B56688A6}" dt="2025-01-30T15:31:50.636" v="3213" actId="113"/>
        <pc:sldMkLst>
          <pc:docMk/>
          <pc:sldMk cId="3897780495" sldId="265"/>
        </pc:sldMkLst>
        <pc:spChg chg="del">
          <ac:chgData name="" userId="f954f38bf21b4948" providerId="LiveId" clId="{FF3CAAD9-8BA5-4775-9471-2476B56688A6}" dt="2025-01-30T14:41:26.583" v="1295"/>
          <ac:spMkLst>
            <pc:docMk/>
            <pc:sldMk cId="3897780495" sldId="265"/>
            <ac:spMk id="2" creationId="{3008FE23-EBAF-4069-8F7E-2826A150F4C0}"/>
          </ac:spMkLst>
        </pc:spChg>
        <pc:spChg chg="del">
          <ac:chgData name="" userId="f954f38bf21b4948" providerId="LiveId" clId="{FF3CAAD9-8BA5-4775-9471-2476B56688A6}" dt="2025-01-30T14:41:30.005" v="1296"/>
          <ac:spMkLst>
            <pc:docMk/>
            <pc:sldMk cId="3897780495" sldId="265"/>
            <ac:spMk id="3" creationId="{6D5D7D62-5782-42FE-8DEA-9442977D07D2}"/>
          </ac:spMkLst>
        </pc:spChg>
        <pc:spChg chg="add mod">
          <ac:chgData name="" userId="f954f38bf21b4948" providerId="LiveId" clId="{FF3CAAD9-8BA5-4775-9471-2476B56688A6}" dt="2025-01-30T14:42:33.778" v="1336" actId="1076"/>
          <ac:spMkLst>
            <pc:docMk/>
            <pc:sldMk cId="3897780495" sldId="265"/>
            <ac:spMk id="4" creationId="{D6362EF8-D897-4D53-BD54-E5098C8EFFC4}"/>
          </ac:spMkLst>
        </pc:spChg>
        <pc:spChg chg="add mod">
          <ac:chgData name="" userId="f954f38bf21b4948" providerId="LiveId" clId="{FF3CAAD9-8BA5-4775-9471-2476B56688A6}" dt="2025-01-30T15:31:50.636" v="3213" actId="113"/>
          <ac:spMkLst>
            <pc:docMk/>
            <pc:sldMk cId="3897780495" sldId="265"/>
            <ac:spMk id="5" creationId="{E0662BDD-E84F-48A6-932C-2C64C89273E8}"/>
          </ac:spMkLst>
        </pc:spChg>
      </pc:sldChg>
      <pc:sldChg chg="addSp delSp modSp add modTransition">
        <pc:chgData name="" userId="f954f38bf21b4948" providerId="LiveId" clId="{FF3CAAD9-8BA5-4775-9471-2476B56688A6}" dt="2025-01-30T15:29:19.199" v="3208"/>
        <pc:sldMkLst>
          <pc:docMk/>
          <pc:sldMk cId="3041192870" sldId="266"/>
        </pc:sldMkLst>
        <pc:spChg chg="del">
          <ac:chgData name="" userId="f954f38bf21b4948" providerId="LiveId" clId="{FF3CAAD9-8BA5-4775-9471-2476B56688A6}" dt="2025-01-30T15:08:57.188" v="2185"/>
          <ac:spMkLst>
            <pc:docMk/>
            <pc:sldMk cId="3041192870" sldId="266"/>
            <ac:spMk id="2" creationId="{10074570-2E50-499A-B5DC-FBBBD60D0CB1}"/>
          </ac:spMkLst>
        </pc:spChg>
        <pc:spChg chg="del">
          <ac:chgData name="" userId="f954f38bf21b4948" providerId="LiveId" clId="{FF3CAAD9-8BA5-4775-9471-2476B56688A6}" dt="2025-01-30T15:09:05.413" v="2186"/>
          <ac:spMkLst>
            <pc:docMk/>
            <pc:sldMk cId="3041192870" sldId="266"/>
            <ac:spMk id="3" creationId="{CE92DE57-EFC8-4EE6-83A3-121CE18E8464}"/>
          </ac:spMkLst>
        </pc:spChg>
        <pc:spChg chg="add mod">
          <ac:chgData name="" userId="f954f38bf21b4948" providerId="LiveId" clId="{FF3CAAD9-8BA5-4775-9471-2476B56688A6}" dt="2025-01-30T15:11:55.646" v="2206" actId="1076"/>
          <ac:spMkLst>
            <pc:docMk/>
            <pc:sldMk cId="3041192870" sldId="266"/>
            <ac:spMk id="6" creationId="{CD4603C9-51CC-4BED-BD30-07DCECC3FA2D}"/>
          </ac:spMkLst>
        </pc:spChg>
        <pc:spChg chg="add mod">
          <ac:chgData name="" userId="f954f38bf21b4948" providerId="LiveId" clId="{FF3CAAD9-8BA5-4775-9471-2476B56688A6}" dt="2025-01-30T15:24:30.328" v="3182" actId="1076"/>
          <ac:spMkLst>
            <pc:docMk/>
            <pc:sldMk cId="3041192870" sldId="266"/>
            <ac:spMk id="7" creationId="{17F51F6F-CC29-4A05-83A4-B5C75AA72905}"/>
          </ac:spMkLst>
        </pc:spChg>
        <pc:picChg chg="add mod">
          <ac:chgData name="" userId="f954f38bf21b4948" providerId="LiveId" clId="{FF3CAAD9-8BA5-4775-9471-2476B56688A6}" dt="2025-01-30T15:11:20.032" v="2191" actId="1076"/>
          <ac:picMkLst>
            <pc:docMk/>
            <pc:sldMk cId="3041192870" sldId="266"/>
            <ac:picMk id="5" creationId="{8AD9814C-29DD-4D0E-BF82-EA21C5F0B1A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50C0A-FADD-4231-8FB9-EFA3DA884C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JO"/>
          </a:p>
        </p:txBody>
      </p:sp>
      <p:sp>
        <p:nvSpPr>
          <p:cNvPr id="3" name="Subtitle 2">
            <a:extLst>
              <a:ext uri="{FF2B5EF4-FFF2-40B4-BE49-F238E27FC236}">
                <a16:creationId xmlns:a16="http://schemas.microsoft.com/office/drawing/2014/main" id="{1C2F9B4F-CC70-449B-8716-2676738D26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JO"/>
          </a:p>
        </p:txBody>
      </p:sp>
      <p:sp>
        <p:nvSpPr>
          <p:cNvPr id="4" name="Date Placeholder 3">
            <a:extLst>
              <a:ext uri="{FF2B5EF4-FFF2-40B4-BE49-F238E27FC236}">
                <a16:creationId xmlns:a16="http://schemas.microsoft.com/office/drawing/2014/main" id="{17681950-2649-4034-8134-7675DC789D83}"/>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5" name="Footer Placeholder 4">
            <a:extLst>
              <a:ext uri="{FF2B5EF4-FFF2-40B4-BE49-F238E27FC236}">
                <a16:creationId xmlns:a16="http://schemas.microsoft.com/office/drawing/2014/main" id="{8F9ECB99-66F8-4AE8-8995-C2D7075619C0}"/>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9FFAEBA3-09EF-4137-A34C-8DA54E2A47AB}"/>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270641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EB7D3-6AD3-4094-8BDA-2946366FE0B1}"/>
              </a:ext>
            </a:extLst>
          </p:cNvPr>
          <p:cNvSpPr>
            <a:spLocks noGrp="1"/>
          </p:cNvSpPr>
          <p:nvPr>
            <p:ph type="title"/>
          </p:nvPr>
        </p:nvSpPr>
        <p:spPr/>
        <p:txBody>
          <a:bodyPr/>
          <a:lstStyle/>
          <a:p>
            <a:r>
              <a:rPr lang="en-US"/>
              <a:t>Click to edit Master title style</a:t>
            </a:r>
            <a:endParaRPr lang="ar-JO"/>
          </a:p>
        </p:txBody>
      </p:sp>
      <p:sp>
        <p:nvSpPr>
          <p:cNvPr id="3" name="Content Placeholder 2">
            <a:extLst>
              <a:ext uri="{FF2B5EF4-FFF2-40B4-BE49-F238E27FC236}">
                <a16:creationId xmlns:a16="http://schemas.microsoft.com/office/drawing/2014/main" id="{BF6391D5-8351-4CEF-B9FF-BB093741D0B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id="{65F1BA28-0D2C-4940-AC17-E7B112653B34}"/>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5" name="Footer Placeholder 4">
            <a:extLst>
              <a:ext uri="{FF2B5EF4-FFF2-40B4-BE49-F238E27FC236}">
                <a16:creationId xmlns:a16="http://schemas.microsoft.com/office/drawing/2014/main" id="{B528EDBB-196C-46CA-B252-BC256550DF38}"/>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13177075-393F-4A74-B00B-532906C914DC}"/>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4228076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100F-6E86-477D-9368-4C93819A19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JO"/>
          </a:p>
        </p:txBody>
      </p:sp>
      <p:sp>
        <p:nvSpPr>
          <p:cNvPr id="3" name="Text Placeholder 2">
            <a:extLst>
              <a:ext uri="{FF2B5EF4-FFF2-40B4-BE49-F238E27FC236}">
                <a16:creationId xmlns:a16="http://schemas.microsoft.com/office/drawing/2014/main" id="{F942E0D5-7445-45B9-BBCA-9BACABF023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E8A77D5-2A0E-41A2-A752-82A0EBBBC56D}"/>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5" name="Footer Placeholder 4">
            <a:extLst>
              <a:ext uri="{FF2B5EF4-FFF2-40B4-BE49-F238E27FC236}">
                <a16:creationId xmlns:a16="http://schemas.microsoft.com/office/drawing/2014/main" id="{CC77324C-7835-431D-BF1D-D2211E618069}"/>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C2C719D3-13F6-4922-A937-9EC0D180AE57}"/>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463876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8D1D7-C994-4FAF-A3EA-109A191D40AC}"/>
              </a:ext>
            </a:extLst>
          </p:cNvPr>
          <p:cNvSpPr>
            <a:spLocks noGrp="1"/>
          </p:cNvSpPr>
          <p:nvPr>
            <p:ph type="title"/>
          </p:nvPr>
        </p:nvSpPr>
        <p:spPr/>
        <p:txBody>
          <a:bodyPr/>
          <a:lstStyle/>
          <a:p>
            <a:r>
              <a:rPr lang="en-US"/>
              <a:t>Click to edit Master title style</a:t>
            </a:r>
            <a:endParaRPr lang="ar-JO"/>
          </a:p>
        </p:txBody>
      </p:sp>
      <p:sp>
        <p:nvSpPr>
          <p:cNvPr id="3" name="Content Placeholder 2">
            <a:extLst>
              <a:ext uri="{FF2B5EF4-FFF2-40B4-BE49-F238E27FC236}">
                <a16:creationId xmlns:a16="http://schemas.microsoft.com/office/drawing/2014/main" id="{076A402D-7D06-4439-BDE0-550A17FBAB0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Content Placeholder 3">
            <a:extLst>
              <a:ext uri="{FF2B5EF4-FFF2-40B4-BE49-F238E27FC236}">
                <a16:creationId xmlns:a16="http://schemas.microsoft.com/office/drawing/2014/main" id="{968481F1-A446-4470-ABB3-48355BF9BB7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5" name="Date Placeholder 4">
            <a:extLst>
              <a:ext uri="{FF2B5EF4-FFF2-40B4-BE49-F238E27FC236}">
                <a16:creationId xmlns:a16="http://schemas.microsoft.com/office/drawing/2014/main" id="{9351234D-2782-4482-A644-3704FF97DD92}"/>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6" name="Footer Placeholder 5">
            <a:extLst>
              <a:ext uri="{FF2B5EF4-FFF2-40B4-BE49-F238E27FC236}">
                <a16:creationId xmlns:a16="http://schemas.microsoft.com/office/drawing/2014/main" id="{1844EA68-6854-414D-8045-CF84FE060ECC}"/>
              </a:ext>
            </a:extLst>
          </p:cNvPr>
          <p:cNvSpPr>
            <a:spLocks noGrp="1"/>
          </p:cNvSpPr>
          <p:nvPr>
            <p:ph type="ftr" sz="quarter" idx="11"/>
          </p:nvPr>
        </p:nvSpPr>
        <p:spPr/>
        <p:txBody>
          <a:bodyPr/>
          <a:lstStyle/>
          <a:p>
            <a:endParaRPr lang="ar-JO"/>
          </a:p>
        </p:txBody>
      </p:sp>
      <p:sp>
        <p:nvSpPr>
          <p:cNvPr id="7" name="Slide Number Placeholder 6">
            <a:extLst>
              <a:ext uri="{FF2B5EF4-FFF2-40B4-BE49-F238E27FC236}">
                <a16:creationId xmlns:a16="http://schemas.microsoft.com/office/drawing/2014/main" id="{35CB249B-EAC6-4328-A09D-9BEBE1ABA573}"/>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2171768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F381-E9D7-4813-8279-3AACEF4CDC5B}"/>
              </a:ext>
            </a:extLst>
          </p:cNvPr>
          <p:cNvSpPr>
            <a:spLocks noGrp="1"/>
          </p:cNvSpPr>
          <p:nvPr>
            <p:ph type="title"/>
          </p:nvPr>
        </p:nvSpPr>
        <p:spPr>
          <a:xfrm>
            <a:off x="839788" y="365125"/>
            <a:ext cx="10515600" cy="1325563"/>
          </a:xfrm>
        </p:spPr>
        <p:txBody>
          <a:bodyPr/>
          <a:lstStyle/>
          <a:p>
            <a:r>
              <a:rPr lang="en-US"/>
              <a:t>Click to edit Master title style</a:t>
            </a:r>
            <a:endParaRPr lang="ar-JO"/>
          </a:p>
        </p:txBody>
      </p:sp>
      <p:sp>
        <p:nvSpPr>
          <p:cNvPr id="3" name="Text Placeholder 2">
            <a:extLst>
              <a:ext uri="{FF2B5EF4-FFF2-40B4-BE49-F238E27FC236}">
                <a16:creationId xmlns:a16="http://schemas.microsoft.com/office/drawing/2014/main" id="{10979AB8-0543-4B0F-899A-D26D801410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9FC9EA4-D42E-45B4-818F-8514344CDC4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5" name="Text Placeholder 4">
            <a:extLst>
              <a:ext uri="{FF2B5EF4-FFF2-40B4-BE49-F238E27FC236}">
                <a16:creationId xmlns:a16="http://schemas.microsoft.com/office/drawing/2014/main" id="{0228663D-A55F-4820-B7B7-096E0BC246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A08BB0-E884-4719-B935-ECCABEF6BCF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7" name="Date Placeholder 6">
            <a:extLst>
              <a:ext uri="{FF2B5EF4-FFF2-40B4-BE49-F238E27FC236}">
                <a16:creationId xmlns:a16="http://schemas.microsoft.com/office/drawing/2014/main" id="{75D1BD6E-695E-4ADD-9A68-D66B1C44CA8B}"/>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8" name="Footer Placeholder 7">
            <a:extLst>
              <a:ext uri="{FF2B5EF4-FFF2-40B4-BE49-F238E27FC236}">
                <a16:creationId xmlns:a16="http://schemas.microsoft.com/office/drawing/2014/main" id="{84B85FE0-8539-42CF-8E16-22D6A0E62882}"/>
              </a:ext>
            </a:extLst>
          </p:cNvPr>
          <p:cNvSpPr>
            <a:spLocks noGrp="1"/>
          </p:cNvSpPr>
          <p:nvPr>
            <p:ph type="ftr" sz="quarter" idx="11"/>
          </p:nvPr>
        </p:nvSpPr>
        <p:spPr/>
        <p:txBody>
          <a:bodyPr/>
          <a:lstStyle/>
          <a:p>
            <a:endParaRPr lang="ar-JO"/>
          </a:p>
        </p:txBody>
      </p:sp>
      <p:sp>
        <p:nvSpPr>
          <p:cNvPr id="9" name="Slide Number Placeholder 8">
            <a:extLst>
              <a:ext uri="{FF2B5EF4-FFF2-40B4-BE49-F238E27FC236}">
                <a16:creationId xmlns:a16="http://schemas.microsoft.com/office/drawing/2014/main" id="{C216C92E-14D5-42CA-8BCB-2CE1961D1854}"/>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3767613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9F6E-40FC-4CDA-AF10-78DDD9B7E614}"/>
              </a:ext>
            </a:extLst>
          </p:cNvPr>
          <p:cNvSpPr>
            <a:spLocks noGrp="1"/>
          </p:cNvSpPr>
          <p:nvPr>
            <p:ph type="title"/>
          </p:nvPr>
        </p:nvSpPr>
        <p:spPr/>
        <p:txBody>
          <a:bodyPr/>
          <a:lstStyle/>
          <a:p>
            <a:r>
              <a:rPr lang="en-US"/>
              <a:t>Click to edit Master title style</a:t>
            </a:r>
            <a:endParaRPr lang="ar-JO"/>
          </a:p>
        </p:txBody>
      </p:sp>
      <p:sp>
        <p:nvSpPr>
          <p:cNvPr id="3" name="Date Placeholder 2">
            <a:extLst>
              <a:ext uri="{FF2B5EF4-FFF2-40B4-BE49-F238E27FC236}">
                <a16:creationId xmlns:a16="http://schemas.microsoft.com/office/drawing/2014/main" id="{739BFAE9-7A56-496D-8ED8-7FCA7521E1AB}"/>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4" name="Footer Placeholder 3">
            <a:extLst>
              <a:ext uri="{FF2B5EF4-FFF2-40B4-BE49-F238E27FC236}">
                <a16:creationId xmlns:a16="http://schemas.microsoft.com/office/drawing/2014/main" id="{AA3B573A-2183-4B7A-BE7A-77A5C4CD7880}"/>
              </a:ext>
            </a:extLst>
          </p:cNvPr>
          <p:cNvSpPr>
            <a:spLocks noGrp="1"/>
          </p:cNvSpPr>
          <p:nvPr>
            <p:ph type="ftr" sz="quarter" idx="11"/>
          </p:nvPr>
        </p:nvSpPr>
        <p:spPr/>
        <p:txBody>
          <a:bodyPr/>
          <a:lstStyle/>
          <a:p>
            <a:endParaRPr lang="ar-JO"/>
          </a:p>
        </p:txBody>
      </p:sp>
      <p:sp>
        <p:nvSpPr>
          <p:cNvPr id="5" name="Slide Number Placeholder 4">
            <a:extLst>
              <a:ext uri="{FF2B5EF4-FFF2-40B4-BE49-F238E27FC236}">
                <a16:creationId xmlns:a16="http://schemas.microsoft.com/office/drawing/2014/main" id="{42C775B9-FD6E-46F1-AF92-9455188D7F4B}"/>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2193818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EC0475-7398-4C93-B3C2-96F67980F60B}"/>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3" name="Footer Placeholder 2">
            <a:extLst>
              <a:ext uri="{FF2B5EF4-FFF2-40B4-BE49-F238E27FC236}">
                <a16:creationId xmlns:a16="http://schemas.microsoft.com/office/drawing/2014/main" id="{9E13172A-B491-4941-AE3F-21FBC5C2D859}"/>
              </a:ext>
            </a:extLst>
          </p:cNvPr>
          <p:cNvSpPr>
            <a:spLocks noGrp="1"/>
          </p:cNvSpPr>
          <p:nvPr>
            <p:ph type="ftr" sz="quarter" idx="11"/>
          </p:nvPr>
        </p:nvSpPr>
        <p:spPr/>
        <p:txBody>
          <a:bodyPr/>
          <a:lstStyle/>
          <a:p>
            <a:endParaRPr lang="ar-JO"/>
          </a:p>
        </p:txBody>
      </p:sp>
      <p:sp>
        <p:nvSpPr>
          <p:cNvPr id="4" name="Slide Number Placeholder 3">
            <a:extLst>
              <a:ext uri="{FF2B5EF4-FFF2-40B4-BE49-F238E27FC236}">
                <a16:creationId xmlns:a16="http://schemas.microsoft.com/office/drawing/2014/main" id="{B111A4B6-204A-4E0E-A027-75D45C3F4A38}"/>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1070403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023C-16E6-4221-B1BE-C73823D9F8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JO"/>
          </a:p>
        </p:txBody>
      </p:sp>
      <p:sp>
        <p:nvSpPr>
          <p:cNvPr id="3" name="Content Placeholder 2">
            <a:extLst>
              <a:ext uri="{FF2B5EF4-FFF2-40B4-BE49-F238E27FC236}">
                <a16:creationId xmlns:a16="http://schemas.microsoft.com/office/drawing/2014/main" id="{A96FD32C-4B7B-4FBA-A5D6-5B58040420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Text Placeholder 3">
            <a:extLst>
              <a:ext uri="{FF2B5EF4-FFF2-40B4-BE49-F238E27FC236}">
                <a16:creationId xmlns:a16="http://schemas.microsoft.com/office/drawing/2014/main" id="{60D8BCE8-FF6B-47A2-88EF-865CA3C859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8B42426-2A74-435D-8D77-BDD8275C1C5B}"/>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6" name="Footer Placeholder 5">
            <a:extLst>
              <a:ext uri="{FF2B5EF4-FFF2-40B4-BE49-F238E27FC236}">
                <a16:creationId xmlns:a16="http://schemas.microsoft.com/office/drawing/2014/main" id="{B090F33F-03ED-44A5-8B72-948E518A9702}"/>
              </a:ext>
            </a:extLst>
          </p:cNvPr>
          <p:cNvSpPr>
            <a:spLocks noGrp="1"/>
          </p:cNvSpPr>
          <p:nvPr>
            <p:ph type="ftr" sz="quarter" idx="11"/>
          </p:nvPr>
        </p:nvSpPr>
        <p:spPr/>
        <p:txBody>
          <a:bodyPr/>
          <a:lstStyle/>
          <a:p>
            <a:endParaRPr lang="ar-JO"/>
          </a:p>
        </p:txBody>
      </p:sp>
      <p:sp>
        <p:nvSpPr>
          <p:cNvPr id="7" name="Slide Number Placeholder 6">
            <a:extLst>
              <a:ext uri="{FF2B5EF4-FFF2-40B4-BE49-F238E27FC236}">
                <a16:creationId xmlns:a16="http://schemas.microsoft.com/office/drawing/2014/main" id="{35A99080-BB32-4733-8DD6-6A87D1740F14}"/>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3269361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3596-1E18-4A19-99A4-7A8200392F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JO"/>
          </a:p>
        </p:txBody>
      </p:sp>
      <p:sp>
        <p:nvSpPr>
          <p:cNvPr id="3" name="Picture Placeholder 2">
            <a:extLst>
              <a:ext uri="{FF2B5EF4-FFF2-40B4-BE49-F238E27FC236}">
                <a16:creationId xmlns:a16="http://schemas.microsoft.com/office/drawing/2014/main" id="{EBC3F778-FC2F-406D-A3DE-253F09FC65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JO"/>
          </a:p>
        </p:txBody>
      </p:sp>
      <p:sp>
        <p:nvSpPr>
          <p:cNvPr id="4" name="Text Placeholder 3">
            <a:extLst>
              <a:ext uri="{FF2B5EF4-FFF2-40B4-BE49-F238E27FC236}">
                <a16:creationId xmlns:a16="http://schemas.microsoft.com/office/drawing/2014/main" id="{A58BD5C2-4978-458C-8E1F-F0200BE311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1A4E55E-A0D0-4743-A449-77C27FF97370}"/>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6" name="Footer Placeholder 5">
            <a:extLst>
              <a:ext uri="{FF2B5EF4-FFF2-40B4-BE49-F238E27FC236}">
                <a16:creationId xmlns:a16="http://schemas.microsoft.com/office/drawing/2014/main" id="{FD429AEC-421B-47E4-AE37-0D7C30ECB98A}"/>
              </a:ext>
            </a:extLst>
          </p:cNvPr>
          <p:cNvSpPr>
            <a:spLocks noGrp="1"/>
          </p:cNvSpPr>
          <p:nvPr>
            <p:ph type="ftr" sz="quarter" idx="11"/>
          </p:nvPr>
        </p:nvSpPr>
        <p:spPr/>
        <p:txBody>
          <a:bodyPr/>
          <a:lstStyle/>
          <a:p>
            <a:endParaRPr lang="ar-JO"/>
          </a:p>
        </p:txBody>
      </p:sp>
      <p:sp>
        <p:nvSpPr>
          <p:cNvPr id="7" name="Slide Number Placeholder 6">
            <a:extLst>
              <a:ext uri="{FF2B5EF4-FFF2-40B4-BE49-F238E27FC236}">
                <a16:creationId xmlns:a16="http://schemas.microsoft.com/office/drawing/2014/main" id="{5ADAE357-A778-4381-B9D0-009A38E5B8E9}"/>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1015264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36772-E7BE-4D6A-821E-990507367F14}"/>
              </a:ext>
            </a:extLst>
          </p:cNvPr>
          <p:cNvSpPr>
            <a:spLocks noGrp="1"/>
          </p:cNvSpPr>
          <p:nvPr>
            <p:ph type="title"/>
          </p:nvPr>
        </p:nvSpPr>
        <p:spPr/>
        <p:txBody>
          <a:bodyPr/>
          <a:lstStyle/>
          <a:p>
            <a:r>
              <a:rPr lang="en-US"/>
              <a:t>Click to edit Master title style</a:t>
            </a:r>
            <a:endParaRPr lang="ar-JO"/>
          </a:p>
        </p:txBody>
      </p:sp>
      <p:sp>
        <p:nvSpPr>
          <p:cNvPr id="3" name="Vertical Text Placeholder 2">
            <a:extLst>
              <a:ext uri="{FF2B5EF4-FFF2-40B4-BE49-F238E27FC236}">
                <a16:creationId xmlns:a16="http://schemas.microsoft.com/office/drawing/2014/main" id="{3E384FC3-63B3-4E3D-A0CC-A260496CC6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id="{02B99EC8-9B82-42AF-AB2E-C5EA7C6DA6DA}"/>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5" name="Footer Placeholder 4">
            <a:extLst>
              <a:ext uri="{FF2B5EF4-FFF2-40B4-BE49-F238E27FC236}">
                <a16:creationId xmlns:a16="http://schemas.microsoft.com/office/drawing/2014/main" id="{9EB04D4A-B849-4618-9370-4DC53EA30AB1}"/>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DFA74836-EC52-46E5-B08D-BFF8687750E9}"/>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3606739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A9C80E-365E-4ABD-BA8F-04BF0D335C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r-JO"/>
          </a:p>
        </p:txBody>
      </p:sp>
      <p:sp>
        <p:nvSpPr>
          <p:cNvPr id="3" name="Vertical Text Placeholder 2">
            <a:extLst>
              <a:ext uri="{FF2B5EF4-FFF2-40B4-BE49-F238E27FC236}">
                <a16:creationId xmlns:a16="http://schemas.microsoft.com/office/drawing/2014/main" id="{1AF0E06B-448D-420B-9F27-2E87499C291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id="{B4C77A77-4382-4AA1-8365-48712FFB087D}"/>
              </a:ext>
            </a:extLst>
          </p:cNvPr>
          <p:cNvSpPr>
            <a:spLocks noGrp="1"/>
          </p:cNvSpPr>
          <p:nvPr>
            <p:ph type="dt" sz="half" idx="10"/>
          </p:nvPr>
        </p:nvSpPr>
        <p:spPr/>
        <p:txBody>
          <a:bodyPr/>
          <a:lstStyle/>
          <a:p>
            <a:fld id="{DDAB2A2E-F97B-4551-A36F-17D762D9E550}" type="datetimeFigureOut">
              <a:rPr lang="ar-JO" smtClean="0"/>
              <a:t>01/08/1446</a:t>
            </a:fld>
            <a:endParaRPr lang="ar-JO"/>
          </a:p>
        </p:txBody>
      </p:sp>
      <p:sp>
        <p:nvSpPr>
          <p:cNvPr id="5" name="Footer Placeholder 4">
            <a:extLst>
              <a:ext uri="{FF2B5EF4-FFF2-40B4-BE49-F238E27FC236}">
                <a16:creationId xmlns:a16="http://schemas.microsoft.com/office/drawing/2014/main" id="{826E37A4-3645-4B78-BCA3-8140168156EE}"/>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D6EF588A-6786-4ABB-A1A3-FE1199E8A635}"/>
              </a:ext>
            </a:extLst>
          </p:cNvPr>
          <p:cNvSpPr>
            <a:spLocks noGrp="1"/>
          </p:cNvSpPr>
          <p:nvPr>
            <p:ph type="sldNum" sz="quarter" idx="12"/>
          </p:nvPr>
        </p:nvSpPr>
        <p:spPr/>
        <p:txBody>
          <a:bodyPr/>
          <a:lstStyle/>
          <a:p>
            <a:fld id="{11BB6680-D627-4335-AA40-C94E815F3540}" type="slidenum">
              <a:rPr lang="ar-JO" smtClean="0"/>
              <a:t>‹#›</a:t>
            </a:fld>
            <a:endParaRPr lang="ar-JO"/>
          </a:p>
        </p:txBody>
      </p:sp>
    </p:spTree>
    <p:extLst>
      <p:ext uri="{BB962C8B-B14F-4D97-AF65-F5344CB8AC3E}">
        <p14:creationId xmlns:p14="http://schemas.microsoft.com/office/powerpoint/2010/main" val="121701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D3B5FE-46EA-4F6F-A630-2015D1B6D6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JO"/>
          </a:p>
        </p:txBody>
      </p:sp>
      <p:sp>
        <p:nvSpPr>
          <p:cNvPr id="3" name="Text Placeholder 2">
            <a:extLst>
              <a:ext uri="{FF2B5EF4-FFF2-40B4-BE49-F238E27FC236}">
                <a16:creationId xmlns:a16="http://schemas.microsoft.com/office/drawing/2014/main" id="{642CA713-8BAD-4EF4-B374-20D3B926FA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id="{F665BD11-FB2D-4F21-BA32-313E41272F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AB2A2E-F97B-4551-A36F-17D762D9E550}" type="datetimeFigureOut">
              <a:rPr lang="ar-JO" smtClean="0"/>
              <a:t>01/08/1446</a:t>
            </a:fld>
            <a:endParaRPr lang="ar-JO"/>
          </a:p>
        </p:txBody>
      </p:sp>
      <p:sp>
        <p:nvSpPr>
          <p:cNvPr id="5" name="Footer Placeholder 4">
            <a:extLst>
              <a:ext uri="{FF2B5EF4-FFF2-40B4-BE49-F238E27FC236}">
                <a16:creationId xmlns:a16="http://schemas.microsoft.com/office/drawing/2014/main" id="{2C393872-D9B7-4189-BE98-24C74BB47D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JO"/>
          </a:p>
        </p:txBody>
      </p:sp>
      <p:sp>
        <p:nvSpPr>
          <p:cNvPr id="6" name="Slide Number Placeholder 5">
            <a:extLst>
              <a:ext uri="{FF2B5EF4-FFF2-40B4-BE49-F238E27FC236}">
                <a16:creationId xmlns:a16="http://schemas.microsoft.com/office/drawing/2014/main" id="{8E85C3A5-63C2-4343-AEBF-52E7354864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B6680-D627-4335-AA40-C94E815F3540}" type="slidenum">
              <a:rPr lang="ar-JO" smtClean="0"/>
              <a:t>‹#›</a:t>
            </a:fld>
            <a:endParaRPr lang="ar-JO"/>
          </a:p>
        </p:txBody>
      </p:sp>
    </p:spTree>
    <p:extLst>
      <p:ext uri="{BB962C8B-B14F-4D97-AF65-F5344CB8AC3E}">
        <p14:creationId xmlns:p14="http://schemas.microsoft.com/office/powerpoint/2010/main" val="98858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J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0913BA-5A44-4186-B996-431F7A4D6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1713" y="0"/>
            <a:ext cx="4510287" cy="6858000"/>
          </a:xfrm>
          <a:prstGeom prst="rect">
            <a:avLst/>
          </a:prstGeom>
        </p:spPr>
      </p:pic>
      <p:sp>
        <p:nvSpPr>
          <p:cNvPr id="8" name="Subtitle 7">
            <a:extLst>
              <a:ext uri="{FF2B5EF4-FFF2-40B4-BE49-F238E27FC236}">
                <a16:creationId xmlns:a16="http://schemas.microsoft.com/office/drawing/2014/main" id="{3C26DEA3-3147-4B68-8DF6-C5A869151902}"/>
              </a:ext>
            </a:extLst>
          </p:cNvPr>
          <p:cNvSpPr>
            <a:spLocks noGrp="1"/>
          </p:cNvSpPr>
          <p:nvPr>
            <p:ph type="subTitle" idx="1"/>
          </p:nvPr>
        </p:nvSpPr>
        <p:spPr>
          <a:xfrm>
            <a:off x="420661" y="4293581"/>
            <a:ext cx="3583061" cy="486681"/>
          </a:xfrm>
        </p:spPr>
        <p:txBody>
          <a:bodyPr>
            <a:normAutofit/>
          </a:bodyPr>
          <a:lstStyle/>
          <a:p>
            <a:r>
              <a:rPr lang="en-US" sz="1600" b="1" dirty="0"/>
              <a:t>Instructor : Asem Salah</a:t>
            </a:r>
            <a:endParaRPr lang="ar-JO" sz="1600" b="1" dirty="0"/>
          </a:p>
        </p:txBody>
      </p:sp>
      <p:graphicFrame>
        <p:nvGraphicFramePr>
          <p:cNvPr id="10" name="Table 9">
            <a:extLst>
              <a:ext uri="{FF2B5EF4-FFF2-40B4-BE49-F238E27FC236}">
                <a16:creationId xmlns:a16="http://schemas.microsoft.com/office/drawing/2014/main" id="{A6AD3149-1ECF-42C9-8616-70870D82CA38}"/>
              </a:ext>
            </a:extLst>
          </p:cNvPr>
          <p:cNvGraphicFramePr>
            <a:graphicFrameLocks noGrp="1"/>
          </p:cNvGraphicFramePr>
          <p:nvPr>
            <p:extLst>
              <p:ext uri="{D42A27DB-BD31-4B8C-83A1-F6EECF244321}">
                <p14:modId xmlns:p14="http://schemas.microsoft.com/office/powerpoint/2010/main" val="3410042141"/>
              </p:ext>
            </p:extLst>
          </p:nvPr>
        </p:nvGraphicFramePr>
        <p:xfrm>
          <a:off x="815202" y="2447265"/>
          <a:ext cx="5649714" cy="1483360"/>
        </p:xfrm>
        <a:graphic>
          <a:graphicData uri="http://schemas.openxmlformats.org/drawingml/2006/table">
            <a:tbl>
              <a:tblPr rtl="1" firstRow="1" bandRow="1">
                <a:tableStyleId>{073A0DAA-6AF3-43AB-8588-CEC1D06C72B9}</a:tableStyleId>
              </a:tblPr>
              <a:tblGrid>
                <a:gridCol w="2824857">
                  <a:extLst>
                    <a:ext uri="{9D8B030D-6E8A-4147-A177-3AD203B41FA5}">
                      <a16:colId xmlns:a16="http://schemas.microsoft.com/office/drawing/2014/main" val="3178466202"/>
                    </a:ext>
                  </a:extLst>
                </a:gridCol>
                <a:gridCol w="2824857">
                  <a:extLst>
                    <a:ext uri="{9D8B030D-6E8A-4147-A177-3AD203B41FA5}">
                      <a16:colId xmlns:a16="http://schemas.microsoft.com/office/drawing/2014/main" val="352647714"/>
                    </a:ext>
                  </a:extLst>
                </a:gridCol>
              </a:tblGrid>
              <a:tr h="370840">
                <a:tc>
                  <a:txBody>
                    <a:bodyPr/>
                    <a:lstStyle/>
                    <a:p>
                      <a:pPr algn="ctr" rtl="1"/>
                      <a:r>
                        <a:rPr lang="en-US" dirty="0"/>
                        <a:t>Student ID</a:t>
                      </a:r>
                      <a:endParaRPr lang="ar-JO" dirty="0"/>
                    </a:p>
                  </a:txBody>
                  <a:tcPr/>
                </a:tc>
                <a:tc>
                  <a:txBody>
                    <a:bodyPr/>
                    <a:lstStyle/>
                    <a:p>
                      <a:pPr algn="ctr" rtl="1"/>
                      <a:r>
                        <a:rPr lang="en-US" dirty="0"/>
                        <a:t>Student Name</a:t>
                      </a:r>
                      <a:endParaRPr lang="ar-JO" dirty="0"/>
                    </a:p>
                  </a:txBody>
                  <a:tcPr/>
                </a:tc>
                <a:extLst>
                  <a:ext uri="{0D108BD9-81ED-4DB2-BD59-A6C34878D82A}">
                    <a16:rowId xmlns:a16="http://schemas.microsoft.com/office/drawing/2014/main" val="3731713230"/>
                  </a:ext>
                </a:extLst>
              </a:tr>
              <a:tr h="370840">
                <a:tc>
                  <a:txBody>
                    <a:bodyPr/>
                    <a:lstStyle/>
                    <a:p>
                      <a:pPr algn="ctr" rtl="1"/>
                      <a:r>
                        <a:rPr lang="en-US" b="1" dirty="0"/>
                        <a:t>202210677</a:t>
                      </a:r>
                      <a:endParaRPr lang="ar-JO" b="1" dirty="0"/>
                    </a:p>
                  </a:txBody>
                  <a:tcPr/>
                </a:tc>
                <a:tc>
                  <a:txBody>
                    <a:bodyPr/>
                    <a:lstStyle/>
                    <a:p>
                      <a:pPr algn="ctr" rtl="1"/>
                      <a:r>
                        <a:rPr lang="en-US" b="1" dirty="0"/>
                        <a:t>Kinda Massad</a:t>
                      </a:r>
                      <a:endParaRPr lang="ar-JO" b="1" dirty="0"/>
                    </a:p>
                  </a:txBody>
                  <a:tcPr/>
                </a:tc>
                <a:extLst>
                  <a:ext uri="{0D108BD9-81ED-4DB2-BD59-A6C34878D82A}">
                    <a16:rowId xmlns:a16="http://schemas.microsoft.com/office/drawing/2014/main" val="791878859"/>
                  </a:ext>
                </a:extLst>
              </a:tr>
              <a:tr h="370840">
                <a:tc>
                  <a:txBody>
                    <a:bodyPr/>
                    <a:lstStyle/>
                    <a:p>
                      <a:pPr algn="ctr" rtl="1"/>
                      <a:r>
                        <a:rPr lang="en-US" b="1" dirty="0"/>
                        <a:t>202210446</a:t>
                      </a:r>
                      <a:endParaRPr lang="ar-JO" b="1" dirty="0"/>
                    </a:p>
                  </a:txBody>
                  <a:tcPr/>
                </a:tc>
                <a:tc>
                  <a:txBody>
                    <a:bodyPr/>
                    <a:lstStyle/>
                    <a:p>
                      <a:pPr algn="ctr" rtl="1"/>
                      <a:r>
                        <a:rPr lang="en-US" b="1" dirty="0"/>
                        <a:t>Roa’a Sawafta</a:t>
                      </a:r>
                      <a:endParaRPr lang="ar-JO" b="1" dirty="0"/>
                    </a:p>
                  </a:txBody>
                  <a:tcPr/>
                </a:tc>
                <a:extLst>
                  <a:ext uri="{0D108BD9-81ED-4DB2-BD59-A6C34878D82A}">
                    <a16:rowId xmlns:a16="http://schemas.microsoft.com/office/drawing/2014/main" val="855161553"/>
                  </a:ext>
                </a:extLst>
              </a:tr>
              <a:tr h="370840">
                <a:tc>
                  <a:txBody>
                    <a:bodyPr/>
                    <a:lstStyle/>
                    <a:p>
                      <a:pPr algn="ctr" rtl="1"/>
                      <a:r>
                        <a:rPr lang="en-US" b="1" dirty="0"/>
                        <a:t>202210223</a:t>
                      </a:r>
                      <a:endParaRPr lang="ar-JO" b="1" dirty="0"/>
                    </a:p>
                  </a:txBody>
                  <a:tcPr/>
                </a:tc>
                <a:tc>
                  <a:txBody>
                    <a:bodyPr/>
                    <a:lstStyle/>
                    <a:p>
                      <a:pPr algn="ctr" rtl="1"/>
                      <a:r>
                        <a:rPr lang="en-US" b="1" dirty="0"/>
                        <a:t>Dalya Moustafa</a:t>
                      </a:r>
                      <a:endParaRPr lang="ar-JO" b="1" dirty="0"/>
                    </a:p>
                  </a:txBody>
                  <a:tcPr/>
                </a:tc>
                <a:extLst>
                  <a:ext uri="{0D108BD9-81ED-4DB2-BD59-A6C34878D82A}">
                    <a16:rowId xmlns:a16="http://schemas.microsoft.com/office/drawing/2014/main" val="140183987"/>
                  </a:ext>
                </a:extLst>
              </a:tr>
            </a:tbl>
          </a:graphicData>
        </a:graphic>
      </p:graphicFrame>
      <p:pic>
        <p:nvPicPr>
          <p:cNvPr id="12" name="Picture 11">
            <a:extLst>
              <a:ext uri="{FF2B5EF4-FFF2-40B4-BE49-F238E27FC236}">
                <a16:creationId xmlns:a16="http://schemas.microsoft.com/office/drawing/2014/main" id="{D6C5CE0F-F87C-4AD8-A544-C995AFDB5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2184" y="5147489"/>
            <a:ext cx="4095750" cy="1114425"/>
          </a:xfrm>
          <a:prstGeom prst="rect">
            <a:avLst/>
          </a:prstGeom>
        </p:spPr>
      </p:pic>
      <p:sp>
        <p:nvSpPr>
          <p:cNvPr id="13" name="Title 12">
            <a:extLst>
              <a:ext uri="{FF2B5EF4-FFF2-40B4-BE49-F238E27FC236}">
                <a16:creationId xmlns:a16="http://schemas.microsoft.com/office/drawing/2014/main" id="{399B9D41-29AE-41C4-9AAF-DBF390FA52A0}"/>
              </a:ext>
            </a:extLst>
          </p:cNvPr>
          <p:cNvSpPr>
            <a:spLocks noGrp="1"/>
          </p:cNvSpPr>
          <p:nvPr>
            <p:ph type="ctrTitle"/>
          </p:nvPr>
        </p:nvSpPr>
        <p:spPr>
          <a:xfrm>
            <a:off x="325732" y="440835"/>
            <a:ext cx="9144000" cy="1156793"/>
          </a:xfrm>
        </p:spPr>
        <p:txBody>
          <a:bodyPr>
            <a:normAutofit/>
          </a:bodyPr>
          <a:lstStyle/>
          <a:p>
            <a:pPr algn="l"/>
            <a:r>
              <a:rPr lang="en-US" sz="3600" dirty="0"/>
              <a:t>Wireless Sensors Networks :</a:t>
            </a:r>
            <a:br>
              <a:rPr lang="en-US" sz="3600" dirty="0"/>
            </a:br>
            <a:r>
              <a:rPr lang="en-US" sz="3600" dirty="0"/>
              <a:t>Design and Deployment</a:t>
            </a:r>
            <a:endParaRPr lang="ar-JO" sz="3600" dirty="0"/>
          </a:p>
        </p:txBody>
      </p:sp>
    </p:spTree>
    <p:extLst>
      <p:ext uri="{BB962C8B-B14F-4D97-AF65-F5344CB8AC3E}">
        <p14:creationId xmlns:p14="http://schemas.microsoft.com/office/powerpoint/2010/main" val="3919817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E3CA5-286D-469F-86F3-D73B1B79638B}"/>
              </a:ext>
            </a:extLst>
          </p:cNvPr>
          <p:cNvSpPr>
            <a:spLocks noGrp="1"/>
          </p:cNvSpPr>
          <p:nvPr>
            <p:ph type="ctrTitle"/>
          </p:nvPr>
        </p:nvSpPr>
        <p:spPr>
          <a:xfrm>
            <a:off x="618478" y="577048"/>
            <a:ext cx="9144000" cy="606965"/>
          </a:xfrm>
        </p:spPr>
        <p:txBody>
          <a:bodyPr>
            <a:normAutofit/>
          </a:bodyPr>
          <a:lstStyle/>
          <a:p>
            <a:pPr algn="l"/>
            <a:r>
              <a:rPr lang="en-US" sz="3600" b="1" dirty="0">
                <a:latin typeface="+mn-lt"/>
              </a:rPr>
              <a:t>Wireless Sensors Networks is :</a:t>
            </a:r>
            <a:endParaRPr lang="ar-JO" sz="3600" b="1" dirty="0">
              <a:latin typeface="+mn-lt"/>
            </a:endParaRPr>
          </a:p>
        </p:txBody>
      </p:sp>
      <p:sp>
        <p:nvSpPr>
          <p:cNvPr id="3" name="Subtitle 2">
            <a:extLst>
              <a:ext uri="{FF2B5EF4-FFF2-40B4-BE49-F238E27FC236}">
                <a16:creationId xmlns:a16="http://schemas.microsoft.com/office/drawing/2014/main" id="{23BCFEB6-91F1-4CCB-9C9D-28C80AC8FA8A}"/>
              </a:ext>
            </a:extLst>
          </p:cNvPr>
          <p:cNvSpPr>
            <a:spLocks noGrp="1"/>
          </p:cNvSpPr>
          <p:nvPr>
            <p:ph type="subTitle" idx="1"/>
          </p:nvPr>
        </p:nvSpPr>
        <p:spPr>
          <a:xfrm>
            <a:off x="1106749" y="1427009"/>
            <a:ext cx="9144000" cy="1209659"/>
          </a:xfrm>
        </p:spPr>
        <p:txBody>
          <a:bodyPr/>
          <a:lstStyle/>
          <a:p>
            <a:pPr algn="l"/>
            <a:r>
              <a:rPr lang="en-US" dirty="0"/>
              <a:t>Networks of spatially dispersed and dedicated sensors that monitor and record the physical conditions of the environment and forward the collected data to a central location.</a:t>
            </a:r>
            <a:endParaRPr lang="ar-JO" dirty="0"/>
          </a:p>
        </p:txBody>
      </p:sp>
      <p:sp>
        <p:nvSpPr>
          <p:cNvPr id="4" name="TextBox 3">
            <a:extLst>
              <a:ext uri="{FF2B5EF4-FFF2-40B4-BE49-F238E27FC236}">
                <a16:creationId xmlns:a16="http://schemas.microsoft.com/office/drawing/2014/main" id="{778E72DF-A6A2-48D5-A83D-BA136BC39DAC}"/>
              </a:ext>
            </a:extLst>
          </p:cNvPr>
          <p:cNvSpPr txBox="1"/>
          <p:nvPr/>
        </p:nvSpPr>
        <p:spPr>
          <a:xfrm>
            <a:off x="618478" y="3198167"/>
            <a:ext cx="4281996" cy="461665"/>
          </a:xfrm>
          <a:prstGeom prst="rect">
            <a:avLst/>
          </a:prstGeom>
          <a:noFill/>
        </p:spPr>
        <p:txBody>
          <a:bodyPr wrap="square" rtlCol="1">
            <a:spAutoFit/>
          </a:bodyPr>
          <a:lstStyle/>
          <a:p>
            <a:r>
              <a:rPr lang="en-US" sz="2400" b="1" dirty="0">
                <a:solidFill>
                  <a:schemeClr val="tx1">
                    <a:lumMod val="75000"/>
                    <a:lumOff val="25000"/>
                  </a:schemeClr>
                </a:solidFill>
                <a:latin typeface="Leelawadee UI" panose="020B0502040204020203" pitchFamily="34" charset="-34"/>
                <a:cs typeface="Leelawadee UI" panose="020B0502040204020203" pitchFamily="34" charset="-34"/>
              </a:rPr>
              <a:t>Components of WSNs </a:t>
            </a:r>
            <a:endParaRPr lang="ar-JO" sz="2400" b="1" dirty="0">
              <a:solidFill>
                <a:schemeClr val="tx1">
                  <a:lumMod val="75000"/>
                  <a:lumOff val="25000"/>
                </a:schemeClr>
              </a:solidFill>
              <a:latin typeface="Leelawadee UI" panose="020B0502040204020203" pitchFamily="34" charset="-34"/>
            </a:endParaRPr>
          </a:p>
        </p:txBody>
      </p:sp>
      <p:sp>
        <p:nvSpPr>
          <p:cNvPr id="5" name="TextBox 4">
            <a:extLst>
              <a:ext uri="{FF2B5EF4-FFF2-40B4-BE49-F238E27FC236}">
                <a16:creationId xmlns:a16="http://schemas.microsoft.com/office/drawing/2014/main" id="{4615CB30-CCC2-425E-80CB-41BBD217D0F2}"/>
              </a:ext>
            </a:extLst>
          </p:cNvPr>
          <p:cNvSpPr txBox="1"/>
          <p:nvPr/>
        </p:nvSpPr>
        <p:spPr>
          <a:xfrm>
            <a:off x="1106749" y="3888419"/>
            <a:ext cx="10182688" cy="1846659"/>
          </a:xfrm>
          <a:prstGeom prst="rect">
            <a:avLst/>
          </a:prstGeom>
          <a:noFill/>
        </p:spPr>
        <p:txBody>
          <a:bodyPr wrap="square" rtlCol="1">
            <a:spAutoFit/>
          </a:bodyPr>
          <a:lstStyle/>
          <a:p>
            <a:pPr marL="285750" indent="-285750">
              <a:buFont typeface="Arial" panose="020B0604020202020204" pitchFamily="34" charset="0"/>
              <a:buChar char="•"/>
            </a:pPr>
            <a:r>
              <a:rPr lang="en-US" sz="2400" dirty="0"/>
              <a:t>Sensors Nodes : Gather information on the communication infrastructure.</a:t>
            </a:r>
          </a:p>
          <a:p>
            <a:pPr marL="285750" indent="-285750">
              <a:buFont typeface="Arial" panose="020B0604020202020204" pitchFamily="34" charset="0"/>
              <a:buChar char="•"/>
            </a:pPr>
            <a:r>
              <a:rPr lang="en-US" sz="2400" dirty="0"/>
              <a:t>Communication Infrastructure : This facilitates data transmission between sensor nodes, enabling communication within the network.</a:t>
            </a:r>
          </a:p>
          <a:p>
            <a:pPr marL="285750" indent="-285750">
              <a:buFont typeface="Arial" panose="020B0604020202020204" pitchFamily="34" charset="0"/>
              <a:buChar char="•"/>
            </a:pPr>
            <a:r>
              <a:rPr lang="en-US" sz="2400" dirty="0"/>
              <a:t>Sink / Gateway : Aggregates and transmits data.</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7577538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F98F6-DAFE-4929-BF83-DCBB70B948BB}"/>
              </a:ext>
            </a:extLst>
          </p:cNvPr>
          <p:cNvSpPr>
            <a:spLocks noGrp="1"/>
          </p:cNvSpPr>
          <p:nvPr>
            <p:ph type="ctrTitle"/>
          </p:nvPr>
        </p:nvSpPr>
        <p:spPr>
          <a:xfrm>
            <a:off x="680621" y="239695"/>
            <a:ext cx="9144000" cy="935439"/>
          </a:xfrm>
        </p:spPr>
        <p:txBody>
          <a:bodyPr>
            <a:normAutofit/>
          </a:bodyPr>
          <a:lstStyle/>
          <a:p>
            <a:pPr algn="l"/>
            <a:r>
              <a:rPr lang="en-US" sz="3600" dirty="0">
                <a:latin typeface="+mn-lt"/>
              </a:rPr>
              <a:t>Architecture of WSNs</a:t>
            </a:r>
            <a:endParaRPr lang="ar-JO" sz="3600" dirty="0">
              <a:latin typeface="+mn-lt"/>
            </a:endParaRPr>
          </a:p>
        </p:txBody>
      </p:sp>
      <p:sp>
        <p:nvSpPr>
          <p:cNvPr id="3" name="Subtitle 2">
            <a:extLst>
              <a:ext uri="{FF2B5EF4-FFF2-40B4-BE49-F238E27FC236}">
                <a16:creationId xmlns:a16="http://schemas.microsoft.com/office/drawing/2014/main" id="{178AF542-4656-4579-B83D-29BE26B556A6}"/>
              </a:ext>
            </a:extLst>
          </p:cNvPr>
          <p:cNvSpPr>
            <a:spLocks noGrp="1"/>
          </p:cNvSpPr>
          <p:nvPr>
            <p:ph type="subTitle" idx="1"/>
          </p:nvPr>
        </p:nvSpPr>
        <p:spPr>
          <a:xfrm>
            <a:off x="1097871" y="1427008"/>
            <a:ext cx="10141259" cy="4245824"/>
          </a:xfrm>
        </p:spPr>
        <p:txBody>
          <a:bodyPr>
            <a:normAutofit/>
          </a:bodyPr>
          <a:lstStyle/>
          <a:p>
            <a:pPr marL="342900" indent="-342900" algn="l">
              <a:buFont typeface="Arial" panose="020B0604020202020204" pitchFamily="34" charset="0"/>
              <a:buChar char="•"/>
            </a:pPr>
            <a:r>
              <a:rPr lang="en-US" b="1" dirty="0"/>
              <a:t>Sensor Node Structure :</a:t>
            </a:r>
          </a:p>
          <a:p>
            <a:pPr lvl="1" algn="l"/>
            <a:r>
              <a:rPr lang="en-US" dirty="0"/>
              <a:t>Sensing Unit (Sensors, Actuators).</a:t>
            </a:r>
          </a:p>
          <a:p>
            <a:pPr lvl="1" algn="l"/>
            <a:r>
              <a:rPr lang="en-US" dirty="0"/>
              <a:t>Processing Unit (Microcontroller).</a:t>
            </a:r>
          </a:p>
          <a:p>
            <a:pPr lvl="1" algn="l"/>
            <a:r>
              <a:rPr lang="en-US" dirty="0"/>
              <a:t>Communication Unit (Transceiver).</a:t>
            </a:r>
          </a:p>
          <a:p>
            <a:pPr lvl="1" algn="l"/>
            <a:r>
              <a:rPr lang="en-US" dirty="0"/>
              <a:t>Power Unit ( Battery, Energy Harvesting).</a:t>
            </a:r>
          </a:p>
          <a:p>
            <a:pPr lvl="1" algn="l"/>
            <a:endParaRPr lang="en-US" dirty="0"/>
          </a:p>
          <a:p>
            <a:pPr marL="342900" indent="-342900" algn="l">
              <a:buFont typeface="Arial" panose="020B0604020202020204" pitchFamily="34" charset="0"/>
              <a:buChar char="•"/>
            </a:pPr>
            <a:r>
              <a:rPr lang="en-US" b="1" dirty="0"/>
              <a:t>Network Topology :</a:t>
            </a:r>
          </a:p>
          <a:p>
            <a:pPr lvl="1" algn="l"/>
            <a:r>
              <a:rPr lang="en-US" dirty="0"/>
              <a:t>Star, Mesh and Hybrid topology.</a:t>
            </a:r>
          </a:p>
          <a:p>
            <a:pPr lvl="1" algn="l"/>
            <a:endParaRPr lang="en-US" dirty="0"/>
          </a:p>
          <a:p>
            <a:pPr marL="342900" indent="-342900" algn="l">
              <a:buFont typeface="Arial" panose="020B0604020202020204" pitchFamily="34" charset="0"/>
              <a:buChar char="•"/>
            </a:pPr>
            <a:r>
              <a:rPr lang="en-US" b="1" dirty="0"/>
              <a:t>Communication Layers :</a:t>
            </a:r>
          </a:p>
          <a:p>
            <a:pPr lvl="1" algn="l"/>
            <a:r>
              <a:rPr lang="en-US" dirty="0"/>
              <a:t>Physical, MAC, Network, Transport, Application layers.</a:t>
            </a:r>
          </a:p>
        </p:txBody>
      </p:sp>
    </p:spTree>
    <p:extLst>
      <p:ext uri="{BB962C8B-B14F-4D97-AF65-F5344CB8AC3E}">
        <p14:creationId xmlns:p14="http://schemas.microsoft.com/office/powerpoint/2010/main" val="1227895729"/>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52827-49D6-4EE0-A539-A8654345069D}"/>
              </a:ext>
            </a:extLst>
          </p:cNvPr>
          <p:cNvSpPr>
            <a:spLocks noGrp="1"/>
          </p:cNvSpPr>
          <p:nvPr>
            <p:ph type="title"/>
          </p:nvPr>
        </p:nvSpPr>
        <p:spPr>
          <a:xfrm>
            <a:off x="687279" y="205326"/>
            <a:ext cx="5056573" cy="1325563"/>
          </a:xfrm>
        </p:spPr>
        <p:txBody>
          <a:bodyPr>
            <a:normAutofit/>
          </a:bodyPr>
          <a:lstStyle/>
          <a:p>
            <a:r>
              <a:rPr lang="en-US" sz="3600" dirty="0">
                <a:latin typeface="+mn-lt"/>
              </a:rPr>
              <a:t>Advantages of WSNs</a:t>
            </a:r>
            <a:endParaRPr lang="ar-JO" sz="3600" dirty="0">
              <a:latin typeface="+mn-lt"/>
            </a:endParaRPr>
          </a:p>
        </p:txBody>
      </p:sp>
      <p:pic>
        <p:nvPicPr>
          <p:cNvPr id="5" name="Picture 4">
            <a:extLst>
              <a:ext uri="{FF2B5EF4-FFF2-40B4-BE49-F238E27FC236}">
                <a16:creationId xmlns:a16="http://schemas.microsoft.com/office/drawing/2014/main" id="{176C15B9-9FA2-429B-8130-126C7F27A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7156" y="0"/>
            <a:ext cx="4554844" cy="6858000"/>
          </a:xfrm>
          <a:prstGeom prst="rect">
            <a:avLst/>
          </a:prstGeom>
        </p:spPr>
      </p:pic>
      <p:pic>
        <p:nvPicPr>
          <p:cNvPr id="7" name="Picture 6">
            <a:extLst>
              <a:ext uri="{FF2B5EF4-FFF2-40B4-BE49-F238E27FC236}">
                <a16:creationId xmlns:a16="http://schemas.microsoft.com/office/drawing/2014/main" id="{7765AF28-E594-4F69-97C6-C7138B4E00E6}"/>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544861" y="1344318"/>
            <a:ext cx="899559" cy="839589"/>
          </a:xfrm>
          <a:prstGeom prst="rect">
            <a:avLst/>
          </a:prstGeom>
        </p:spPr>
      </p:pic>
      <p:pic>
        <p:nvPicPr>
          <p:cNvPr id="9" name="Picture 8">
            <a:extLst>
              <a:ext uri="{FF2B5EF4-FFF2-40B4-BE49-F238E27FC236}">
                <a16:creationId xmlns:a16="http://schemas.microsoft.com/office/drawing/2014/main" id="{DE53A41C-FED3-4A88-B10A-8CF58407FCF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4010065" y="1344317"/>
            <a:ext cx="926257" cy="839589"/>
          </a:xfrm>
          <a:prstGeom prst="rect">
            <a:avLst/>
          </a:prstGeom>
        </p:spPr>
      </p:pic>
      <p:pic>
        <p:nvPicPr>
          <p:cNvPr id="11" name="Picture 10">
            <a:extLst>
              <a:ext uri="{FF2B5EF4-FFF2-40B4-BE49-F238E27FC236}">
                <a16:creationId xmlns:a16="http://schemas.microsoft.com/office/drawing/2014/main" id="{AB7AAA2E-E35F-4DA1-B7DF-C7E9A7266F1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544861" y="3680780"/>
            <a:ext cx="899559" cy="842405"/>
          </a:xfrm>
          <a:prstGeom prst="rect">
            <a:avLst/>
          </a:prstGeom>
        </p:spPr>
      </p:pic>
      <p:pic>
        <p:nvPicPr>
          <p:cNvPr id="13" name="Picture 12">
            <a:extLst>
              <a:ext uri="{FF2B5EF4-FFF2-40B4-BE49-F238E27FC236}">
                <a16:creationId xmlns:a16="http://schemas.microsoft.com/office/drawing/2014/main" id="{0BDCCF7F-F6A0-40F6-A739-02CB72965400}"/>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4091008" y="3642186"/>
            <a:ext cx="899559" cy="880999"/>
          </a:xfrm>
          <a:prstGeom prst="rect">
            <a:avLst/>
          </a:prstGeom>
        </p:spPr>
      </p:pic>
      <p:sp>
        <p:nvSpPr>
          <p:cNvPr id="14" name="TextBox 13">
            <a:extLst>
              <a:ext uri="{FF2B5EF4-FFF2-40B4-BE49-F238E27FC236}">
                <a16:creationId xmlns:a16="http://schemas.microsoft.com/office/drawing/2014/main" id="{49326B8B-39EA-44CE-A3CE-AB1801C7E84A}"/>
              </a:ext>
            </a:extLst>
          </p:cNvPr>
          <p:cNvSpPr txBox="1"/>
          <p:nvPr/>
        </p:nvSpPr>
        <p:spPr>
          <a:xfrm>
            <a:off x="544861" y="2032539"/>
            <a:ext cx="2657674" cy="369332"/>
          </a:xfrm>
          <a:prstGeom prst="rect">
            <a:avLst/>
          </a:prstGeom>
          <a:noFill/>
        </p:spPr>
        <p:txBody>
          <a:bodyPr wrap="square" rtlCol="1">
            <a:spAutoFit/>
          </a:bodyPr>
          <a:lstStyle/>
          <a:p>
            <a:r>
              <a:rPr lang="en-US" b="1" dirty="0"/>
              <a:t>Cost-Effectiveness</a:t>
            </a:r>
            <a:endParaRPr lang="ar-JO" b="1" dirty="0"/>
          </a:p>
        </p:txBody>
      </p:sp>
      <p:sp>
        <p:nvSpPr>
          <p:cNvPr id="15" name="TextBox 14">
            <a:extLst>
              <a:ext uri="{FF2B5EF4-FFF2-40B4-BE49-F238E27FC236}">
                <a16:creationId xmlns:a16="http://schemas.microsoft.com/office/drawing/2014/main" id="{7FFE46B5-7333-4214-B0C0-6CC0FFC55E68}"/>
              </a:ext>
            </a:extLst>
          </p:cNvPr>
          <p:cNvSpPr txBox="1"/>
          <p:nvPr/>
        </p:nvSpPr>
        <p:spPr>
          <a:xfrm>
            <a:off x="4091008" y="2032539"/>
            <a:ext cx="1652844" cy="369332"/>
          </a:xfrm>
          <a:prstGeom prst="rect">
            <a:avLst/>
          </a:prstGeom>
          <a:noFill/>
        </p:spPr>
        <p:txBody>
          <a:bodyPr wrap="square" rtlCol="1">
            <a:spAutoFit/>
          </a:bodyPr>
          <a:lstStyle/>
          <a:p>
            <a:r>
              <a:rPr lang="en-US" b="1" dirty="0"/>
              <a:t>Flexibility</a:t>
            </a:r>
            <a:endParaRPr lang="ar-JO" b="1" dirty="0"/>
          </a:p>
        </p:txBody>
      </p:sp>
      <p:sp>
        <p:nvSpPr>
          <p:cNvPr id="16" name="TextBox 15">
            <a:extLst>
              <a:ext uri="{FF2B5EF4-FFF2-40B4-BE49-F238E27FC236}">
                <a16:creationId xmlns:a16="http://schemas.microsoft.com/office/drawing/2014/main" id="{5984AA41-4F72-4249-8CD2-33CF8B59220C}"/>
              </a:ext>
            </a:extLst>
          </p:cNvPr>
          <p:cNvSpPr txBox="1"/>
          <p:nvPr/>
        </p:nvSpPr>
        <p:spPr>
          <a:xfrm>
            <a:off x="544861" y="4422845"/>
            <a:ext cx="1908699" cy="369332"/>
          </a:xfrm>
          <a:prstGeom prst="rect">
            <a:avLst/>
          </a:prstGeom>
          <a:noFill/>
        </p:spPr>
        <p:txBody>
          <a:bodyPr wrap="square" rtlCol="1">
            <a:spAutoFit/>
          </a:bodyPr>
          <a:lstStyle/>
          <a:p>
            <a:r>
              <a:rPr lang="en-US" b="1" dirty="0"/>
              <a:t>Scalability</a:t>
            </a:r>
            <a:endParaRPr lang="ar-JO" b="1" dirty="0"/>
          </a:p>
        </p:txBody>
      </p:sp>
      <p:sp>
        <p:nvSpPr>
          <p:cNvPr id="17" name="TextBox 16">
            <a:extLst>
              <a:ext uri="{FF2B5EF4-FFF2-40B4-BE49-F238E27FC236}">
                <a16:creationId xmlns:a16="http://schemas.microsoft.com/office/drawing/2014/main" id="{483BD1AC-84B9-4AE2-B83F-CFD6E2B11F2B}"/>
              </a:ext>
            </a:extLst>
          </p:cNvPr>
          <p:cNvSpPr txBox="1"/>
          <p:nvPr/>
        </p:nvSpPr>
        <p:spPr>
          <a:xfrm>
            <a:off x="4091008" y="4449478"/>
            <a:ext cx="2426246" cy="369332"/>
          </a:xfrm>
          <a:prstGeom prst="rect">
            <a:avLst/>
          </a:prstGeom>
          <a:noFill/>
        </p:spPr>
        <p:txBody>
          <a:bodyPr wrap="square" rtlCol="1">
            <a:spAutoFit/>
          </a:bodyPr>
          <a:lstStyle/>
          <a:p>
            <a:r>
              <a:rPr lang="en-US" b="1" dirty="0"/>
              <a:t>Efficiency</a:t>
            </a:r>
            <a:endParaRPr lang="ar-JO" b="1" dirty="0"/>
          </a:p>
        </p:txBody>
      </p:sp>
      <p:sp>
        <p:nvSpPr>
          <p:cNvPr id="18" name="TextBox 17">
            <a:extLst>
              <a:ext uri="{FF2B5EF4-FFF2-40B4-BE49-F238E27FC236}">
                <a16:creationId xmlns:a16="http://schemas.microsoft.com/office/drawing/2014/main" id="{F811DBF2-3E33-417F-8DEF-4FDBDBE771DB}"/>
              </a:ext>
            </a:extLst>
          </p:cNvPr>
          <p:cNvSpPr txBox="1"/>
          <p:nvPr/>
        </p:nvSpPr>
        <p:spPr>
          <a:xfrm>
            <a:off x="544861" y="2505498"/>
            <a:ext cx="2917055" cy="1077218"/>
          </a:xfrm>
          <a:prstGeom prst="rect">
            <a:avLst/>
          </a:prstGeom>
          <a:noFill/>
        </p:spPr>
        <p:txBody>
          <a:bodyPr wrap="square" rtlCol="1">
            <a:spAutoFit/>
          </a:bodyPr>
          <a:lstStyle/>
          <a:p>
            <a:r>
              <a:rPr lang="en-US" sz="1600" dirty="0"/>
              <a:t>WSNs reduce the need of costly weird infrastructure, thereby becoming a cost-effective solution for various applications.</a:t>
            </a:r>
            <a:endParaRPr lang="ar-JO" sz="1600" dirty="0"/>
          </a:p>
        </p:txBody>
      </p:sp>
      <p:sp>
        <p:nvSpPr>
          <p:cNvPr id="19" name="TextBox 18">
            <a:extLst>
              <a:ext uri="{FF2B5EF4-FFF2-40B4-BE49-F238E27FC236}">
                <a16:creationId xmlns:a16="http://schemas.microsoft.com/office/drawing/2014/main" id="{C98639F8-48C7-4353-AB21-C25CBAEA7CC5}"/>
              </a:ext>
            </a:extLst>
          </p:cNvPr>
          <p:cNvSpPr txBox="1"/>
          <p:nvPr/>
        </p:nvSpPr>
        <p:spPr>
          <a:xfrm>
            <a:off x="4047028" y="2497547"/>
            <a:ext cx="2984359" cy="830997"/>
          </a:xfrm>
          <a:prstGeom prst="rect">
            <a:avLst/>
          </a:prstGeom>
          <a:noFill/>
        </p:spPr>
        <p:txBody>
          <a:bodyPr wrap="square" rtlCol="1">
            <a:spAutoFit/>
          </a:bodyPr>
          <a:lstStyle/>
          <a:p>
            <a:r>
              <a:rPr lang="en-US" sz="1600" dirty="0"/>
              <a:t>Their wireless nature allows for easy deployment in challenging or inaccessible environments.</a:t>
            </a:r>
            <a:endParaRPr lang="ar-JO" sz="1600" dirty="0"/>
          </a:p>
        </p:txBody>
      </p:sp>
      <p:sp>
        <p:nvSpPr>
          <p:cNvPr id="20" name="TextBox 19">
            <a:extLst>
              <a:ext uri="{FF2B5EF4-FFF2-40B4-BE49-F238E27FC236}">
                <a16:creationId xmlns:a16="http://schemas.microsoft.com/office/drawing/2014/main" id="{EFD6119B-1017-4069-98B1-48C5B3439844}"/>
              </a:ext>
            </a:extLst>
          </p:cNvPr>
          <p:cNvSpPr txBox="1"/>
          <p:nvPr/>
        </p:nvSpPr>
        <p:spPr>
          <a:xfrm>
            <a:off x="544861" y="4975073"/>
            <a:ext cx="3005832" cy="1077218"/>
          </a:xfrm>
          <a:prstGeom prst="rect">
            <a:avLst/>
          </a:prstGeom>
          <a:noFill/>
        </p:spPr>
        <p:txBody>
          <a:bodyPr wrap="square" rtlCol="1">
            <a:spAutoFit/>
          </a:bodyPr>
          <a:lstStyle/>
          <a:p>
            <a:r>
              <a:rPr lang="en-US" sz="1600" dirty="0"/>
              <a:t>WSNs can be easily expanded by adding more sensors nodes to accommodate larger areas or increasing monitoring needs.</a:t>
            </a:r>
            <a:endParaRPr lang="ar-JO" sz="1600" dirty="0"/>
          </a:p>
        </p:txBody>
      </p:sp>
      <p:sp>
        <p:nvSpPr>
          <p:cNvPr id="21" name="TextBox 20">
            <a:extLst>
              <a:ext uri="{FF2B5EF4-FFF2-40B4-BE49-F238E27FC236}">
                <a16:creationId xmlns:a16="http://schemas.microsoft.com/office/drawing/2014/main" id="{FCA1BEC9-7C79-457B-9625-F076C80434D8}"/>
              </a:ext>
            </a:extLst>
          </p:cNvPr>
          <p:cNvSpPr txBox="1"/>
          <p:nvPr/>
        </p:nvSpPr>
        <p:spPr>
          <a:xfrm>
            <a:off x="4047028" y="4975073"/>
            <a:ext cx="2637922" cy="1077218"/>
          </a:xfrm>
          <a:prstGeom prst="rect">
            <a:avLst/>
          </a:prstGeom>
          <a:noFill/>
        </p:spPr>
        <p:txBody>
          <a:bodyPr wrap="square" rtlCol="1">
            <a:spAutoFit/>
          </a:bodyPr>
          <a:lstStyle/>
          <a:p>
            <a:r>
              <a:rPr lang="en-US" sz="1600" dirty="0"/>
              <a:t>WSNs optimize resource utilization, minimize downtime and enhance overall system performance.</a:t>
            </a:r>
            <a:endParaRPr lang="ar-JO" sz="1600" dirty="0"/>
          </a:p>
        </p:txBody>
      </p:sp>
    </p:spTree>
    <p:extLst>
      <p:ext uri="{BB962C8B-B14F-4D97-AF65-F5344CB8AC3E}">
        <p14:creationId xmlns:p14="http://schemas.microsoft.com/office/powerpoint/2010/main" val="272426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229A9F-B8CF-4021-B836-F9AB0C847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2066925"/>
          </a:xfrm>
          <a:prstGeom prst="rect">
            <a:avLst/>
          </a:prstGeom>
        </p:spPr>
      </p:pic>
      <p:sp>
        <p:nvSpPr>
          <p:cNvPr id="6" name="TextBox 5">
            <a:extLst>
              <a:ext uri="{FF2B5EF4-FFF2-40B4-BE49-F238E27FC236}">
                <a16:creationId xmlns:a16="http://schemas.microsoft.com/office/drawing/2014/main" id="{F63C4453-CBA5-4ABE-A0BF-A0D38CCFA3AC}"/>
              </a:ext>
            </a:extLst>
          </p:cNvPr>
          <p:cNvSpPr txBox="1"/>
          <p:nvPr/>
        </p:nvSpPr>
        <p:spPr>
          <a:xfrm>
            <a:off x="585927" y="2521258"/>
            <a:ext cx="5228947" cy="584775"/>
          </a:xfrm>
          <a:prstGeom prst="rect">
            <a:avLst/>
          </a:prstGeom>
          <a:noFill/>
        </p:spPr>
        <p:txBody>
          <a:bodyPr wrap="square" rtlCol="1">
            <a:spAutoFit/>
          </a:bodyPr>
          <a:lstStyle/>
          <a:p>
            <a:r>
              <a:rPr lang="en-US" sz="3200" dirty="0"/>
              <a:t>Applications of WSNs</a:t>
            </a:r>
            <a:endParaRPr lang="ar-JO" sz="3200" dirty="0"/>
          </a:p>
        </p:txBody>
      </p:sp>
      <p:sp>
        <p:nvSpPr>
          <p:cNvPr id="10" name="Rectangle: Rounded Corners 9">
            <a:extLst>
              <a:ext uri="{FF2B5EF4-FFF2-40B4-BE49-F238E27FC236}">
                <a16:creationId xmlns:a16="http://schemas.microsoft.com/office/drawing/2014/main" id="{2CFA8F91-B75D-4027-AB7A-88936EC47772}"/>
              </a:ext>
            </a:extLst>
          </p:cNvPr>
          <p:cNvSpPr/>
          <p:nvPr/>
        </p:nvSpPr>
        <p:spPr>
          <a:xfrm>
            <a:off x="585926" y="3428999"/>
            <a:ext cx="5510074" cy="1524741"/>
          </a:xfrm>
          <a:prstGeom prst="roundRect">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sp>
        <p:nvSpPr>
          <p:cNvPr id="14" name="TextBox 13">
            <a:extLst>
              <a:ext uri="{FF2B5EF4-FFF2-40B4-BE49-F238E27FC236}">
                <a16:creationId xmlns:a16="http://schemas.microsoft.com/office/drawing/2014/main" id="{3F4382D9-53E9-4B21-B832-6E74CBAB7F42}"/>
              </a:ext>
            </a:extLst>
          </p:cNvPr>
          <p:cNvSpPr txBox="1"/>
          <p:nvPr/>
        </p:nvSpPr>
        <p:spPr>
          <a:xfrm>
            <a:off x="760521" y="3569244"/>
            <a:ext cx="3518516" cy="369332"/>
          </a:xfrm>
          <a:prstGeom prst="rect">
            <a:avLst/>
          </a:prstGeom>
          <a:noFill/>
        </p:spPr>
        <p:txBody>
          <a:bodyPr wrap="square" rtlCol="1">
            <a:spAutoFit/>
          </a:bodyPr>
          <a:lstStyle/>
          <a:p>
            <a:r>
              <a:rPr lang="en-US" dirty="0"/>
              <a:t>Environmental Monitoring</a:t>
            </a:r>
            <a:endParaRPr lang="ar-JO" dirty="0"/>
          </a:p>
        </p:txBody>
      </p:sp>
      <p:sp>
        <p:nvSpPr>
          <p:cNvPr id="15" name="TextBox 14">
            <a:extLst>
              <a:ext uri="{FF2B5EF4-FFF2-40B4-BE49-F238E27FC236}">
                <a16:creationId xmlns:a16="http://schemas.microsoft.com/office/drawing/2014/main" id="{5821FF0C-9250-4E5E-93A1-8C3899DF1AE4}"/>
              </a:ext>
            </a:extLst>
          </p:cNvPr>
          <p:cNvSpPr txBox="1"/>
          <p:nvPr/>
        </p:nvSpPr>
        <p:spPr>
          <a:xfrm>
            <a:off x="861133" y="4071052"/>
            <a:ext cx="4864963" cy="553998"/>
          </a:xfrm>
          <a:prstGeom prst="rect">
            <a:avLst/>
          </a:prstGeom>
          <a:noFill/>
        </p:spPr>
        <p:txBody>
          <a:bodyPr wrap="square" rtlCol="1">
            <a:spAutoFit/>
          </a:bodyPr>
          <a:lstStyle/>
          <a:p>
            <a:r>
              <a:rPr lang="en-US" sz="1500" dirty="0"/>
              <a:t>WSNs are crucial for tracking climate change, air, quality and natural disaster detection. </a:t>
            </a:r>
            <a:endParaRPr lang="ar-JO" sz="1500" dirty="0"/>
          </a:p>
        </p:txBody>
      </p:sp>
      <p:sp>
        <p:nvSpPr>
          <p:cNvPr id="16" name="Rectangle: Rounded Corners 15">
            <a:extLst>
              <a:ext uri="{FF2B5EF4-FFF2-40B4-BE49-F238E27FC236}">
                <a16:creationId xmlns:a16="http://schemas.microsoft.com/office/drawing/2014/main" id="{EC31AC46-FB42-4FAD-8299-0D4A6D6B3687}"/>
              </a:ext>
            </a:extLst>
          </p:cNvPr>
          <p:cNvSpPr/>
          <p:nvPr/>
        </p:nvSpPr>
        <p:spPr>
          <a:xfrm>
            <a:off x="6270595" y="3434078"/>
            <a:ext cx="5510074" cy="1524741"/>
          </a:xfrm>
          <a:prstGeom prst="roundRect">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sp>
        <p:nvSpPr>
          <p:cNvPr id="2" name="TextBox 1">
            <a:extLst>
              <a:ext uri="{FF2B5EF4-FFF2-40B4-BE49-F238E27FC236}">
                <a16:creationId xmlns:a16="http://schemas.microsoft.com/office/drawing/2014/main" id="{DE2AED2D-E083-49F5-B301-33B4B6DF2071}"/>
              </a:ext>
            </a:extLst>
          </p:cNvPr>
          <p:cNvSpPr txBox="1"/>
          <p:nvPr/>
        </p:nvSpPr>
        <p:spPr>
          <a:xfrm>
            <a:off x="6516210" y="3569244"/>
            <a:ext cx="2396971" cy="369332"/>
          </a:xfrm>
          <a:prstGeom prst="rect">
            <a:avLst/>
          </a:prstGeom>
          <a:noFill/>
        </p:spPr>
        <p:txBody>
          <a:bodyPr wrap="square" rtlCol="1">
            <a:spAutoFit/>
          </a:bodyPr>
          <a:lstStyle/>
          <a:p>
            <a:r>
              <a:rPr lang="en-US" dirty="0"/>
              <a:t>Healthcare</a:t>
            </a:r>
            <a:endParaRPr lang="ar-JO" dirty="0"/>
          </a:p>
        </p:txBody>
      </p:sp>
      <p:sp>
        <p:nvSpPr>
          <p:cNvPr id="3" name="TextBox 2">
            <a:extLst>
              <a:ext uri="{FF2B5EF4-FFF2-40B4-BE49-F238E27FC236}">
                <a16:creationId xmlns:a16="http://schemas.microsoft.com/office/drawing/2014/main" id="{443C72C4-8688-4417-97BD-2D14B504582E}"/>
              </a:ext>
            </a:extLst>
          </p:cNvPr>
          <p:cNvSpPr txBox="1"/>
          <p:nvPr/>
        </p:nvSpPr>
        <p:spPr>
          <a:xfrm>
            <a:off x="6690804" y="4071052"/>
            <a:ext cx="4915270" cy="553998"/>
          </a:xfrm>
          <a:prstGeom prst="rect">
            <a:avLst/>
          </a:prstGeom>
          <a:noFill/>
        </p:spPr>
        <p:txBody>
          <a:bodyPr wrap="square" rtlCol="1">
            <a:spAutoFit/>
          </a:bodyPr>
          <a:lstStyle/>
          <a:p>
            <a:r>
              <a:rPr lang="en-US" sz="1500" dirty="0"/>
              <a:t>They enable remote patient monitoring, providing rival signs and alerting healthcare providers in emergencies.</a:t>
            </a:r>
            <a:endParaRPr lang="ar-JO" sz="1500" dirty="0"/>
          </a:p>
        </p:txBody>
      </p:sp>
      <p:pic>
        <p:nvPicPr>
          <p:cNvPr id="4" name="Picture 3">
            <a:extLst>
              <a:ext uri="{FF2B5EF4-FFF2-40B4-BE49-F238E27FC236}">
                <a16:creationId xmlns:a16="http://schemas.microsoft.com/office/drawing/2014/main" id="{F2DC527B-1921-4FFC-8E38-47588D484BC8}"/>
              </a:ext>
            </a:extLst>
          </p:cNvPr>
          <p:cNvPicPr>
            <a:picLocks noChangeAspect="1"/>
          </p:cNvPicPr>
          <p:nvPr/>
        </p:nvPicPr>
        <p:blipFill>
          <a:blip r:embed="rId3"/>
          <a:stretch>
            <a:fillRect/>
          </a:stretch>
        </p:blipFill>
        <p:spPr>
          <a:xfrm>
            <a:off x="585926" y="5103283"/>
            <a:ext cx="5523455" cy="1542422"/>
          </a:xfrm>
          <a:prstGeom prst="rect">
            <a:avLst/>
          </a:prstGeom>
        </p:spPr>
      </p:pic>
      <p:pic>
        <p:nvPicPr>
          <p:cNvPr id="7" name="Picture 6">
            <a:extLst>
              <a:ext uri="{FF2B5EF4-FFF2-40B4-BE49-F238E27FC236}">
                <a16:creationId xmlns:a16="http://schemas.microsoft.com/office/drawing/2014/main" id="{EE12F5E1-7E79-4410-A53E-AE401C9C83A8}"/>
              </a:ext>
            </a:extLst>
          </p:cNvPr>
          <p:cNvPicPr>
            <a:picLocks noChangeAspect="1"/>
          </p:cNvPicPr>
          <p:nvPr/>
        </p:nvPicPr>
        <p:blipFill>
          <a:blip r:embed="rId3"/>
          <a:stretch>
            <a:fillRect/>
          </a:stretch>
        </p:blipFill>
        <p:spPr>
          <a:xfrm>
            <a:off x="6257214" y="5103283"/>
            <a:ext cx="5523455" cy="1542422"/>
          </a:xfrm>
          <a:prstGeom prst="rect">
            <a:avLst/>
          </a:prstGeom>
        </p:spPr>
      </p:pic>
      <p:sp>
        <p:nvSpPr>
          <p:cNvPr id="8" name="TextBox 7">
            <a:extLst>
              <a:ext uri="{FF2B5EF4-FFF2-40B4-BE49-F238E27FC236}">
                <a16:creationId xmlns:a16="http://schemas.microsoft.com/office/drawing/2014/main" id="{51D5F3ED-7C6D-4FBB-81CB-A70BF957EB12}"/>
              </a:ext>
            </a:extLst>
          </p:cNvPr>
          <p:cNvSpPr txBox="1"/>
          <p:nvPr/>
        </p:nvSpPr>
        <p:spPr>
          <a:xfrm>
            <a:off x="760521" y="5226461"/>
            <a:ext cx="2965142" cy="369332"/>
          </a:xfrm>
          <a:prstGeom prst="rect">
            <a:avLst/>
          </a:prstGeom>
          <a:noFill/>
        </p:spPr>
        <p:txBody>
          <a:bodyPr wrap="square" rtlCol="1">
            <a:spAutoFit/>
          </a:bodyPr>
          <a:lstStyle/>
          <a:p>
            <a:r>
              <a:rPr lang="en-US" dirty="0"/>
              <a:t>Industrial Automation</a:t>
            </a:r>
            <a:endParaRPr lang="ar-JO" dirty="0"/>
          </a:p>
        </p:txBody>
      </p:sp>
      <p:sp>
        <p:nvSpPr>
          <p:cNvPr id="9" name="TextBox 8">
            <a:extLst>
              <a:ext uri="{FF2B5EF4-FFF2-40B4-BE49-F238E27FC236}">
                <a16:creationId xmlns:a16="http://schemas.microsoft.com/office/drawing/2014/main" id="{BAABCD25-8653-43BA-9B2D-76F8A1AB7E6A}"/>
              </a:ext>
            </a:extLst>
          </p:cNvPr>
          <p:cNvSpPr txBox="1"/>
          <p:nvPr/>
        </p:nvSpPr>
        <p:spPr>
          <a:xfrm>
            <a:off x="6516210" y="5226461"/>
            <a:ext cx="4003829" cy="369332"/>
          </a:xfrm>
          <a:prstGeom prst="rect">
            <a:avLst/>
          </a:prstGeom>
          <a:noFill/>
        </p:spPr>
        <p:txBody>
          <a:bodyPr wrap="square" rtlCol="1">
            <a:spAutoFit/>
          </a:bodyPr>
          <a:lstStyle/>
          <a:p>
            <a:r>
              <a:rPr lang="en-US" dirty="0"/>
              <a:t>Smart Cities</a:t>
            </a:r>
            <a:endParaRPr lang="ar-JO" dirty="0"/>
          </a:p>
        </p:txBody>
      </p:sp>
      <p:sp>
        <p:nvSpPr>
          <p:cNvPr id="11" name="TextBox 10">
            <a:extLst>
              <a:ext uri="{FF2B5EF4-FFF2-40B4-BE49-F238E27FC236}">
                <a16:creationId xmlns:a16="http://schemas.microsoft.com/office/drawing/2014/main" id="{9F7FB7F7-E091-4AD8-A357-DEEABD7DB26A}"/>
              </a:ext>
            </a:extLst>
          </p:cNvPr>
          <p:cNvSpPr txBox="1"/>
          <p:nvPr/>
        </p:nvSpPr>
        <p:spPr>
          <a:xfrm>
            <a:off x="861133" y="5745336"/>
            <a:ext cx="5317725" cy="553998"/>
          </a:xfrm>
          <a:prstGeom prst="rect">
            <a:avLst/>
          </a:prstGeom>
          <a:noFill/>
        </p:spPr>
        <p:txBody>
          <a:bodyPr wrap="square" rtlCol="1">
            <a:spAutoFit/>
          </a:bodyPr>
          <a:lstStyle/>
          <a:p>
            <a:r>
              <a:rPr lang="en-US" sz="1500" dirty="0"/>
              <a:t>WSNs improve efficiency and safety by monitoring machinery, controlling processes and detecting anomalies.</a:t>
            </a:r>
            <a:endParaRPr lang="ar-JO" sz="1500" dirty="0"/>
          </a:p>
        </p:txBody>
      </p:sp>
      <p:sp>
        <p:nvSpPr>
          <p:cNvPr id="12" name="TextBox 11">
            <a:extLst>
              <a:ext uri="{FF2B5EF4-FFF2-40B4-BE49-F238E27FC236}">
                <a16:creationId xmlns:a16="http://schemas.microsoft.com/office/drawing/2014/main" id="{B7034848-98E1-4797-B66B-E9564F1F7D15}"/>
              </a:ext>
            </a:extLst>
          </p:cNvPr>
          <p:cNvSpPr txBox="1"/>
          <p:nvPr/>
        </p:nvSpPr>
        <p:spPr>
          <a:xfrm>
            <a:off x="6690804" y="5736662"/>
            <a:ext cx="5018844" cy="553998"/>
          </a:xfrm>
          <a:prstGeom prst="rect">
            <a:avLst/>
          </a:prstGeom>
          <a:noFill/>
        </p:spPr>
        <p:txBody>
          <a:bodyPr wrap="square" rtlCol="1">
            <a:spAutoFit/>
          </a:bodyPr>
          <a:lstStyle/>
          <a:p>
            <a:r>
              <a:rPr lang="en-US" sz="1500" dirty="0"/>
              <a:t>WSNs facilitate smart city applications, such as traffic management, energy efficiency and public safety.</a:t>
            </a:r>
            <a:endParaRPr lang="ar-JO" sz="1500" dirty="0"/>
          </a:p>
        </p:txBody>
      </p:sp>
    </p:spTree>
    <p:extLst>
      <p:ext uri="{BB962C8B-B14F-4D97-AF65-F5344CB8AC3E}">
        <p14:creationId xmlns:p14="http://schemas.microsoft.com/office/powerpoint/2010/main" val="1765960299"/>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0B63E4-07E9-4073-B3DF-29CC78B209F7}"/>
              </a:ext>
            </a:extLst>
          </p:cNvPr>
          <p:cNvSpPr txBox="1"/>
          <p:nvPr/>
        </p:nvSpPr>
        <p:spPr>
          <a:xfrm>
            <a:off x="550416" y="3060992"/>
            <a:ext cx="7981025" cy="584775"/>
          </a:xfrm>
          <a:prstGeom prst="rect">
            <a:avLst/>
          </a:prstGeom>
          <a:noFill/>
        </p:spPr>
        <p:txBody>
          <a:bodyPr wrap="square" rtlCol="1">
            <a:spAutoFit/>
          </a:bodyPr>
          <a:lstStyle/>
          <a:p>
            <a:r>
              <a:rPr lang="en-US" sz="3200" dirty="0"/>
              <a:t>Challenges in WSN Design</a:t>
            </a:r>
            <a:endParaRPr lang="ar-JO" sz="3200" dirty="0"/>
          </a:p>
        </p:txBody>
      </p:sp>
      <p:sp>
        <p:nvSpPr>
          <p:cNvPr id="6" name="Rectangle: Rounded Corners 5">
            <a:extLst>
              <a:ext uri="{FF2B5EF4-FFF2-40B4-BE49-F238E27FC236}">
                <a16:creationId xmlns:a16="http://schemas.microsoft.com/office/drawing/2014/main" id="{4E65AC7E-38E4-454D-B62B-221FA6190782}"/>
              </a:ext>
            </a:extLst>
          </p:cNvPr>
          <p:cNvSpPr/>
          <p:nvPr/>
        </p:nvSpPr>
        <p:spPr>
          <a:xfrm>
            <a:off x="773838" y="4166556"/>
            <a:ext cx="568171" cy="464018"/>
          </a:xfrm>
          <a:prstGeom prst="roundRect">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pic>
        <p:nvPicPr>
          <p:cNvPr id="7" name="Picture 6">
            <a:extLst>
              <a:ext uri="{FF2B5EF4-FFF2-40B4-BE49-F238E27FC236}">
                <a16:creationId xmlns:a16="http://schemas.microsoft.com/office/drawing/2014/main" id="{C15D9CC6-32AF-4F97-8716-BBDD20CE5E70}"/>
              </a:ext>
            </a:extLst>
          </p:cNvPr>
          <p:cNvPicPr>
            <a:picLocks noChangeAspect="1"/>
          </p:cNvPicPr>
          <p:nvPr/>
        </p:nvPicPr>
        <p:blipFill>
          <a:blip r:embed="rId2"/>
          <a:stretch>
            <a:fillRect/>
          </a:stretch>
        </p:blipFill>
        <p:spPr>
          <a:xfrm>
            <a:off x="4400695" y="4155045"/>
            <a:ext cx="585267" cy="475529"/>
          </a:xfrm>
          <a:prstGeom prst="rect">
            <a:avLst/>
          </a:prstGeom>
        </p:spPr>
      </p:pic>
      <p:pic>
        <p:nvPicPr>
          <p:cNvPr id="8" name="Picture 7">
            <a:extLst>
              <a:ext uri="{FF2B5EF4-FFF2-40B4-BE49-F238E27FC236}">
                <a16:creationId xmlns:a16="http://schemas.microsoft.com/office/drawing/2014/main" id="{2A0108C0-DA35-4A3C-A76B-B22A077C1385}"/>
              </a:ext>
            </a:extLst>
          </p:cNvPr>
          <p:cNvPicPr>
            <a:picLocks noChangeAspect="1"/>
          </p:cNvPicPr>
          <p:nvPr/>
        </p:nvPicPr>
        <p:blipFill>
          <a:blip r:embed="rId2"/>
          <a:stretch>
            <a:fillRect/>
          </a:stretch>
        </p:blipFill>
        <p:spPr>
          <a:xfrm>
            <a:off x="8238807" y="4166556"/>
            <a:ext cx="585267" cy="475529"/>
          </a:xfrm>
          <a:prstGeom prst="rect">
            <a:avLst/>
          </a:prstGeom>
        </p:spPr>
      </p:pic>
      <p:pic>
        <p:nvPicPr>
          <p:cNvPr id="10" name="Picture 9">
            <a:extLst>
              <a:ext uri="{FF2B5EF4-FFF2-40B4-BE49-F238E27FC236}">
                <a16:creationId xmlns:a16="http://schemas.microsoft.com/office/drawing/2014/main" id="{C0A266EA-3141-43CC-A4AB-2919C55AE2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47" y="0"/>
            <a:ext cx="12166106" cy="2308194"/>
          </a:xfrm>
          <a:prstGeom prst="rect">
            <a:avLst/>
          </a:prstGeom>
        </p:spPr>
      </p:pic>
      <p:sp>
        <p:nvSpPr>
          <p:cNvPr id="11" name="TextBox 10">
            <a:extLst>
              <a:ext uri="{FF2B5EF4-FFF2-40B4-BE49-F238E27FC236}">
                <a16:creationId xmlns:a16="http://schemas.microsoft.com/office/drawing/2014/main" id="{D7DD52A2-C5D7-4461-A744-084D6D61EB4D}"/>
              </a:ext>
            </a:extLst>
          </p:cNvPr>
          <p:cNvSpPr txBox="1"/>
          <p:nvPr/>
        </p:nvSpPr>
        <p:spPr>
          <a:xfrm>
            <a:off x="905522" y="4192754"/>
            <a:ext cx="1509204" cy="400110"/>
          </a:xfrm>
          <a:prstGeom prst="rect">
            <a:avLst/>
          </a:prstGeom>
          <a:noFill/>
        </p:spPr>
        <p:txBody>
          <a:bodyPr wrap="square" rtlCol="1">
            <a:spAutoFit/>
          </a:bodyPr>
          <a:lstStyle/>
          <a:p>
            <a:r>
              <a:rPr lang="en-US" sz="2000" dirty="0"/>
              <a:t>1</a:t>
            </a:r>
            <a:endParaRPr lang="ar-JO" sz="2000" dirty="0"/>
          </a:p>
        </p:txBody>
      </p:sp>
      <p:sp>
        <p:nvSpPr>
          <p:cNvPr id="12" name="TextBox 11">
            <a:extLst>
              <a:ext uri="{FF2B5EF4-FFF2-40B4-BE49-F238E27FC236}">
                <a16:creationId xmlns:a16="http://schemas.microsoft.com/office/drawing/2014/main" id="{F323A050-DC55-4667-BFEE-916C45D2A9F8}"/>
              </a:ext>
            </a:extLst>
          </p:cNvPr>
          <p:cNvSpPr txBox="1"/>
          <p:nvPr/>
        </p:nvSpPr>
        <p:spPr>
          <a:xfrm>
            <a:off x="4540928" y="4192754"/>
            <a:ext cx="1118587" cy="400110"/>
          </a:xfrm>
          <a:prstGeom prst="rect">
            <a:avLst/>
          </a:prstGeom>
          <a:noFill/>
        </p:spPr>
        <p:txBody>
          <a:bodyPr wrap="square" rtlCol="1">
            <a:spAutoFit/>
          </a:bodyPr>
          <a:lstStyle/>
          <a:p>
            <a:r>
              <a:rPr lang="en-US" sz="2000" dirty="0"/>
              <a:t>2</a:t>
            </a:r>
            <a:endParaRPr lang="ar-JO" sz="2000" dirty="0"/>
          </a:p>
        </p:txBody>
      </p:sp>
      <p:sp>
        <p:nvSpPr>
          <p:cNvPr id="13" name="TextBox 12">
            <a:extLst>
              <a:ext uri="{FF2B5EF4-FFF2-40B4-BE49-F238E27FC236}">
                <a16:creationId xmlns:a16="http://schemas.microsoft.com/office/drawing/2014/main" id="{2A218C0F-2717-45E3-BCD4-0DEE7F616A12}"/>
              </a:ext>
            </a:extLst>
          </p:cNvPr>
          <p:cNvSpPr txBox="1"/>
          <p:nvPr/>
        </p:nvSpPr>
        <p:spPr>
          <a:xfrm>
            <a:off x="8361287" y="4192754"/>
            <a:ext cx="1333130" cy="400110"/>
          </a:xfrm>
          <a:prstGeom prst="rect">
            <a:avLst/>
          </a:prstGeom>
          <a:noFill/>
        </p:spPr>
        <p:txBody>
          <a:bodyPr wrap="square" rtlCol="1">
            <a:spAutoFit/>
          </a:bodyPr>
          <a:lstStyle/>
          <a:p>
            <a:r>
              <a:rPr lang="en-US" sz="2000" dirty="0"/>
              <a:t>3</a:t>
            </a:r>
            <a:endParaRPr lang="ar-JO" sz="2000" dirty="0"/>
          </a:p>
        </p:txBody>
      </p:sp>
      <p:sp>
        <p:nvSpPr>
          <p:cNvPr id="14" name="TextBox 13">
            <a:extLst>
              <a:ext uri="{FF2B5EF4-FFF2-40B4-BE49-F238E27FC236}">
                <a16:creationId xmlns:a16="http://schemas.microsoft.com/office/drawing/2014/main" id="{71DAF5E4-F0A4-46B8-8758-760936DD6004}"/>
              </a:ext>
            </a:extLst>
          </p:cNvPr>
          <p:cNvSpPr txBox="1"/>
          <p:nvPr/>
        </p:nvSpPr>
        <p:spPr>
          <a:xfrm>
            <a:off x="1350641" y="4208143"/>
            <a:ext cx="2979938" cy="369332"/>
          </a:xfrm>
          <a:prstGeom prst="rect">
            <a:avLst/>
          </a:prstGeom>
          <a:noFill/>
        </p:spPr>
        <p:txBody>
          <a:bodyPr wrap="square" rtlCol="1">
            <a:spAutoFit/>
          </a:bodyPr>
          <a:lstStyle/>
          <a:p>
            <a:r>
              <a:rPr lang="en-US" dirty="0"/>
              <a:t>Energy Consumption</a:t>
            </a:r>
            <a:endParaRPr lang="ar-JO" dirty="0"/>
          </a:p>
        </p:txBody>
      </p:sp>
      <p:sp>
        <p:nvSpPr>
          <p:cNvPr id="15" name="TextBox 14">
            <a:extLst>
              <a:ext uri="{FF2B5EF4-FFF2-40B4-BE49-F238E27FC236}">
                <a16:creationId xmlns:a16="http://schemas.microsoft.com/office/drawing/2014/main" id="{A76871A6-4DFC-40D6-AE2D-D28D707FE575}"/>
              </a:ext>
            </a:extLst>
          </p:cNvPr>
          <p:cNvSpPr txBox="1"/>
          <p:nvPr/>
        </p:nvSpPr>
        <p:spPr>
          <a:xfrm>
            <a:off x="4994018" y="4199393"/>
            <a:ext cx="2045974" cy="369332"/>
          </a:xfrm>
          <a:prstGeom prst="rect">
            <a:avLst/>
          </a:prstGeom>
          <a:noFill/>
        </p:spPr>
        <p:txBody>
          <a:bodyPr wrap="square" rtlCol="1">
            <a:spAutoFit/>
          </a:bodyPr>
          <a:lstStyle/>
          <a:p>
            <a:r>
              <a:rPr lang="en-US" dirty="0"/>
              <a:t>Scalability</a:t>
            </a:r>
            <a:endParaRPr lang="ar-JO" dirty="0"/>
          </a:p>
        </p:txBody>
      </p:sp>
      <p:sp>
        <p:nvSpPr>
          <p:cNvPr id="16" name="TextBox 15">
            <a:extLst>
              <a:ext uri="{FF2B5EF4-FFF2-40B4-BE49-F238E27FC236}">
                <a16:creationId xmlns:a16="http://schemas.microsoft.com/office/drawing/2014/main" id="{323EDEFF-801B-4093-8530-CA1894CA41C2}"/>
              </a:ext>
            </a:extLst>
          </p:cNvPr>
          <p:cNvSpPr txBox="1"/>
          <p:nvPr/>
        </p:nvSpPr>
        <p:spPr>
          <a:xfrm>
            <a:off x="8824074" y="4208438"/>
            <a:ext cx="3524436" cy="369332"/>
          </a:xfrm>
          <a:prstGeom prst="rect">
            <a:avLst/>
          </a:prstGeom>
          <a:noFill/>
        </p:spPr>
        <p:txBody>
          <a:bodyPr wrap="square" rtlCol="1">
            <a:spAutoFit/>
          </a:bodyPr>
          <a:lstStyle/>
          <a:p>
            <a:r>
              <a:rPr lang="en-US" dirty="0"/>
              <a:t>Security</a:t>
            </a:r>
            <a:endParaRPr lang="ar-JO" dirty="0"/>
          </a:p>
        </p:txBody>
      </p:sp>
      <p:sp>
        <p:nvSpPr>
          <p:cNvPr id="17" name="TextBox 16">
            <a:extLst>
              <a:ext uri="{FF2B5EF4-FFF2-40B4-BE49-F238E27FC236}">
                <a16:creationId xmlns:a16="http://schemas.microsoft.com/office/drawing/2014/main" id="{D4239A6A-1A5F-443F-AF56-1990E384AE48}"/>
              </a:ext>
            </a:extLst>
          </p:cNvPr>
          <p:cNvSpPr txBox="1"/>
          <p:nvPr/>
        </p:nvSpPr>
        <p:spPr>
          <a:xfrm>
            <a:off x="1342009" y="4914353"/>
            <a:ext cx="2910395" cy="784830"/>
          </a:xfrm>
          <a:prstGeom prst="rect">
            <a:avLst/>
          </a:prstGeom>
          <a:noFill/>
        </p:spPr>
        <p:txBody>
          <a:bodyPr wrap="square" rtlCol="1">
            <a:spAutoFit/>
          </a:bodyPr>
          <a:lstStyle/>
          <a:p>
            <a:r>
              <a:rPr lang="en-US" sz="1500" dirty="0"/>
              <a:t>Sensors often run on batteries, so keeping them powered for long periods is a big challenge.</a:t>
            </a:r>
            <a:endParaRPr lang="ar-JO" sz="1500" dirty="0"/>
          </a:p>
        </p:txBody>
      </p:sp>
      <p:sp>
        <p:nvSpPr>
          <p:cNvPr id="18" name="TextBox 17">
            <a:extLst>
              <a:ext uri="{FF2B5EF4-FFF2-40B4-BE49-F238E27FC236}">
                <a16:creationId xmlns:a16="http://schemas.microsoft.com/office/drawing/2014/main" id="{AB1A778F-1BD6-4E01-B440-FC4B578CE925}"/>
              </a:ext>
            </a:extLst>
          </p:cNvPr>
          <p:cNvSpPr txBox="1"/>
          <p:nvPr/>
        </p:nvSpPr>
        <p:spPr>
          <a:xfrm>
            <a:off x="4994018" y="4914353"/>
            <a:ext cx="3030574" cy="553998"/>
          </a:xfrm>
          <a:prstGeom prst="rect">
            <a:avLst/>
          </a:prstGeom>
          <a:noFill/>
        </p:spPr>
        <p:txBody>
          <a:bodyPr wrap="square" rtlCol="1">
            <a:spAutoFit/>
          </a:bodyPr>
          <a:lstStyle/>
          <a:p>
            <a:r>
              <a:rPr lang="en-US" sz="1500" dirty="0"/>
              <a:t>Managing thousands of sensors in large areas can get complicated.</a:t>
            </a:r>
            <a:endParaRPr lang="ar-JO" sz="1500" dirty="0"/>
          </a:p>
        </p:txBody>
      </p:sp>
      <p:sp>
        <p:nvSpPr>
          <p:cNvPr id="19" name="TextBox 18">
            <a:extLst>
              <a:ext uri="{FF2B5EF4-FFF2-40B4-BE49-F238E27FC236}">
                <a16:creationId xmlns:a16="http://schemas.microsoft.com/office/drawing/2014/main" id="{71BF6D3C-53EF-44B5-96F5-99E05009D07B}"/>
              </a:ext>
            </a:extLst>
          </p:cNvPr>
          <p:cNvSpPr txBox="1"/>
          <p:nvPr/>
        </p:nvSpPr>
        <p:spPr>
          <a:xfrm>
            <a:off x="8824074" y="4914353"/>
            <a:ext cx="2910395" cy="784830"/>
          </a:xfrm>
          <a:prstGeom prst="rect">
            <a:avLst/>
          </a:prstGeom>
          <a:noFill/>
        </p:spPr>
        <p:txBody>
          <a:bodyPr wrap="square" rtlCol="1">
            <a:spAutoFit/>
          </a:bodyPr>
          <a:lstStyle/>
          <a:p>
            <a:r>
              <a:rPr lang="en-US" sz="1500" dirty="0"/>
              <a:t>Protecting data from hackers or tempering is critical but tricky, especially with limited resources.</a:t>
            </a:r>
            <a:endParaRPr lang="ar-JO" sz="1500" dirty="0"/>
          </a:p>
        </p:txBody>
      </p:sp>
    </p:spTree>
    <p:extLst>
      <p:ext uri="{BB962C8B-B14F-4D97-AF65-F5344CB8AC3E}">
        <p14:creationId xmlns:p14="http://schemas.microsoft.com/office/powerpoint/2010/main" val="825036588"/>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362EF8-D897-4D53-BD54-E5098C8EFFC4}"/>
              </a:ext>
            </a:extLst>
          </p:cNvPr>
          <p:cNvSpPr txBox="1"/>
          <p:nvPr/>
        </p:nvSpPr>
        <p:spPr>
          <a:xfrm>
            <a:off x="594803" y="532660"/>
            <a:ext cx="7403977" cy="646331"/>
          </a:xfrm>
          <a:prstGeom prst="rect">
            <a:avLst/>
          </a:prstGeom>
          <a:noFill/>
        </p:spPr>
        <p:txBody>
          <a:bodyPr wrap="square" rtlCol="1">
            <a:spAutoFit/>
          </a:bodyPr>
          <a:lstStyle/>
          <a:p>
            <a:r>
              <a:rPr lang="en-US" sz="3600" dirty="0"/>
              <a:t>Communication Protocols in WSNs</a:t>
            </a:r>
            <a:endParaRPr lang="ar-JO" sz="3600" dirty="0"/>
          </a:p>
        </p:txBody>
      </p:sp>
      <p:sp>
        <p:nvSpPr>
          <p:cNvPr id="5" name="TextBox 4">
            <a:extLst>
              <a:ext uri="{FF2B5EF4-FFF2-40B4-BE49-F238E27FC236}">
                <a16:creationId xmlns:a16="http://schemas.microsoft.com/office/drawing/2014/main" id="{E0662BDD-E84F-48A6-932C-2C64C89273E8}"/>
              </a:ext>
            </a:extLst>
          </p:cNvPr>
          <p:cNvSpPr txBox="1"/>
          <p:nvPr/>
        </p:nvSpPr>
        <p:spPr>
          <a:xfrm>
            <a:off x="594803" y="1917577"/>
            <a:ext cx="7989903" cy="3416320"/>
          </a:xfrm>
          <a:prstGeom prst="rect">
            <a:avLst/>
          </a:prstGeom>
          <a:noFill/>
        </p:spPr>
        <p:txBody>
          <a:bodyPr wrap="square" rtlCol="1">
            <a:spAutoFit/>
          </a:bodyPr>
          <a:lstStyle/>
          <a:p>
            <a:pPr marL="285750" indent="-285750">
              <a:buFont typeface="Arial" panose="020B0604020202020204" pitchFamily="34" charset="0"/>
              <a:buChar char="•"/>
            </a:pPr>
            <a:r>
              <a:rPr lang="en-US" sz="2400" b="1" dirty="0"/>
              <a:t>Common Protocols :</a:t>
            </a:r>
          </a:p>
          <a:p>
            <a:pPr lvl="2"/>
            <a:r>
              <a:rPr lang="en-US" sz="2400" dirty="0"/>
              <a:t>ZigBee, Bluetooth, LoRaWAN and 6LoWPAN.</a:t>
            </a:r>
          </a:p>
          <a:p>
            <a:pPr lvl="2"/>
            <a:endParaRPr lang="en-US" sz="2400" dirty="0"/>
          </a:p>
          <a:p>
            <a:pPr marL="285750" indent="-285750">
              <a:buFont typeface="Arial" panose="020B0604020202020204" pitchFamily="34" charset="0"/>
              <a:buChar char="•"/>
            </a:pPr>
            <a:r>
              <a:rPr lang="en-US" sz="2400" b="1" dirty="0"/>
              <a:t>Factors Influencing Protocol Choice :</a:t>
            </a:r>
          </a:p>
          <a:p>
            <a:pPr lvl="1"/>
            <a:r>
              <a:rPr lang="en-US" sz="2400" dirty="0"/>
              <a:t>Range, Statics Charge, Power Consumption and Community Size.</a:t>
            </a:r>
          </a:p>
          <a:p>
            <a:pPr lvl="1"/>
            <a:endParaRPr lang="en-US" sz="2400" dirty="0"/>
          </a:p>
          <a:p>
            <a:pPr marL="285750" indent="-285750">
              <a:buFont typeface="Arial" panose="020B0604020202020204" pitchFamily="34" charset="0"/>
              <a:buChar char="•"/>
            </a:pPr>
            <a:r>
              <a:rPr lang="en-US" sz="2400" b="1" dirty="0"/>
              <a:t>MAC Protocols :</a:t>
            </a:r>
          </a:p>
          <a:p>
            <a:pPr lvl="1"/>
            <a:r>
              <a:rPr lang="en-US" sz="2400" dirty="0"/>
              <a:t>TDMA and CSMA/CA.</a:t>
            </a:r>
            <a:endParaRPr lang="ar-JO"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564" y="0"/>
            <a:ext cx="3865417" cy="3352800"/>
          </a:xfrm>
          <a:prstGeom prst="rect">
            <a:avLst/>
          </a:prstGeom>
        </p:spPr>
      </p:pic>
    </p:spTree>
    <p:extLst>
      <p:ext uri="{BB962C8B-B14F-4D97-AF65-F5344CB8AC3E}">
        <p14:creationId xmlns:p14="http://schemas.microsoft.com/office/powerpoint/2010/main" val="3897780495"/>
      </p:ext>
    </p:extLst>
  </p:cSld>
  <p:clrMapOvr>
    <a:masterClrMapping/>
  </p:clrMapOvr>
  <p:transition spd="slow">
    <p:wheel spokes="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07BC3E-9DE1-442A-AE1A-835C9E6B5A9A}"/>
              </a:ext>
            </a:extLst>
          </p:cNvPr>
          <p:cNvSpPr txBox="1"/>
          <p:nvPr/>
        </p:nvSpPr>
        <p:spPr>
          <a:xfrm>
            <a:off x="384833" y="754279"/>
            <a:ext cx="5149049" cy="646331"/>
          </a:xfrm>
          <a:prstGeom prst="rect">
            <a:avLst/>
          </a:prstGeom>
          <a:noFill/>
        </p:spPr>
        <p:txBody>
          <a:bodyPr wrap="square" rtlCol="1">
            <a:spAutoFit/>
          </a:bodyPr>
          <a:lstStyle/>
          <a:p>
            <a:r>
              <a:rPr lang="en-US" sz="3600" dirty="0"/>
              <a:t>Security in WSNs</a:t>
            </a:r>
            <a:endParaRPr lang="ar-JO" sz="3600" dirty="0"/>
          </a:p>
        </p:txBody>
      </p:sp>
      <p:sp>
        <p:nvSpPr>
          <p:cNvPr id="5" name="TextBox 4">
            <a:extLst>
              <a:ext uri="{FF2B5EF4-FFF2-40B4-BE49-F238E27FC236}">
                <a16:creationId xmlns:a16="http://schemas.microsoft.com/office/drawing/2014/main" id="{44010971-8B65-4663-9598-C58352C3D968}"/>
              </a:ext>
            </a:extLst>
          </p:cNvPr>
          <p:cNvSpPr txBox="1"/>
          <p:nvPr/>
        </p:nvSpPr>
        <p:spPr>
          <a:xfrm>
            <a:off x="567699" y="2154888"/>
            <a:ext cx="9650029" cy="3046988"/>
          </a:xfrm>
          <a:prstGeom prst="rect">
            <a:avLst/>
          </a:prstGeom>
          <a:noFill/>
        </p:spPr>
        <p:txBody>
          <a:bodyPr wrap="square" rtlCol="1">
            <a:spAutoFit/>
          </a:bodyPr>
          <a:lstStyle/>
          <a:p>
            <a:pPr marL="285750" indent="-285750">
              <a:buFont typeface="Arial" panose="020B0604020202020204" pitchFamily="34" charset="0"/>
              <a:buChar char="•"/>
            </a:pPr>
            <a:r>
              <a:rPr lang="en-US" sz="2400" b="1" dirty="0"/>
              <a:t>Threats :</a:t>
            </a:r>
          </a:p>
          <a:p>
            <a:pPr lvl="1"/>
            <a:r>
              <a:rPr lang="en-US" sz="2400" dirty="0"/>
              <a:t>Eavesdropping, Statistics Tampering and Node Capture.</a:t>
            </a:r>
          </a:p>
          <a:p>
            <a:pPr lvl="1"/>
            <a:endParaRPr lang="en-US" sz="2400" dirty="0"/>
          </a:p>
          <a:p>
            <a:pPr marL="285750" indent="-285750">
              <a:buFont typeface="Arial" panose="020B0604020202020204" pitchFamily="34" charset="0"/>
              <a:buChar char="•"/>
            </a:pPr>
            <a:r>
              <a:rPr lang="en-US" sz="2400" b="1" dirty="0"/>
              <a:t>Security Measures :</a:t>
            </a:r>
          </a:p>
          <a:p>
            <a:pPr lvl="1"/>
            <a:r>
              <a:rPr lang="en-US" sz="2400" dirty="0"/>
              <a:t>Encryption, Authentication and Stable Routing.</a:t>
            </a:r>
          </a:p>
          <a:p>
            <a:pPr lvl="1"/>
            <a:endParaRPr lang="en-US" sz="2400" dirty="0"/>
          </a:p>
          <a:p>
            <a:pPr marL="285750" indent="-285750">
              <a:buFont typeface="Arial" panose="020B0604020202020204" pitchFamily="34" charset="0"/>
              <a:buChar char="•"/>
            </a:pPr>
            <a:r>
              <a:rPr lang="en-US" sz="2400" b="1" dirty="0"/>
              <a:t>Challenges</a:t>
            </a:r>
            <a:r>
              <a:rPr lang="en-US" sz="2400" dirty="0"/>
              <a:t> :</a:t>
            </a:r>
          </a:p>
          <a:p>
            <a:pPr lvl="1"/>
            <a:r>
              <a:rPr lang="en-US" sz="2400" dirty="0"/>
              <a:t>Limited computational sources for complex protection algorithms.</a:t>
            </a:r>
            <a:endParaRPr lang="ar-JO" sz="2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3456" y="0"/>
            <a:ext cx="3948544" cy="4100945"/>
          </a:xfrm>
          <a:prstGeom prst="rect">
            <a:avLst/>
          </a:prstGeom>
        </p:spPr>
      </p:pic>
    </p:spTree>
    <p:extLst>
      <p:ext uri="{BB962C8B-B14F-4D97-AF65-F5344CB8AC3E}">
        <p14:creationId xmlns:p14="http://schemas.microsoft.com/office/powerpoint/2010/main" val="374872218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F308F18-FC79-43C4-83EE-15EB7B0C5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4509856" cy="6865751"/>
          </a:xfrm>
          <a:prstGeom prst="rect">
            <a:avLst/>
          </a:prstGeom>
        </p:spPr>
      </p:pic>
      <p:sp>
        <p:nvSpPr>
          <p:cNvPr id="8" name="TextBox 7">
            <a:extLst>
              <a:ext uri="{FF2B5EF4-FFF2-40B4-BE49-F238E27FC236}">
                <a16:creationId xmlns:a16="http://schemas.microsoft.com/office/drawing/2014/main" id="{86ED66DB-83AE-448A-8049-5DE8AEDAD27B}"/>
              </a:ext>
            </a:extLst>
          </p:cNvPr>
          <p:cNvSpPr txBox="1"/>
          <p:nvPr/>
        </p:nvSpPr>
        <p:spPr>
          <a:xfrm>
            <a:off x="5317724" y="431436"/>
            <a:ext cx="3755255" cy="646331"/>
          </a:xfrm>
          <a:prstGeom prst="rect">
            <a:avLst/>
          </a:prstGeom>
          <a:noFill/>
        </p:spPr>
        <p:txBody>
          <a:bodyPr wrap="square" rtlCol="1">
            <a:spAutoFit/>
          </a:bodyPr>
          <a:lstStyle/>
          <a:p>
            <a:r>
              <a:rPr lang="en-US" sz="3600" dirty="0"/>
              <a:t>Future of WSNs</a:t>
            </a:r>
            <a:endParaRPr lang="ar-JO" sz="3600" dirty="0"/>
          </a:p>
        </p:txBody>
      </p:sp>
      <p:sp>
        <p:nvSpPr>
          <p:cNvPr id="9" name="Rectangle: Rounded Corners 8">
            <a:extLst>
              <a:ext uri="{FF2B5EF4-FFF2-40B4-BE49-F238E27FC236}">
                <a16:creationId xmlns:a16="http://schemas.microsoft.com/office/drawing/2014/main" id="{ECE1CA54-0EDE-4959-946A-53ED29A8CDE5}"/>
              </a:ext>
            </a:extLst>
          </p:cNvPr>
          <p:cNvSpPr/>
          <p:nvPr/>
        </p:nvSpPr>
        <p:spPr>
          <a:xfrm>
            <a:off x="5317724" y="1447060"/>
            <a:ext cx="479394" cy="506027"/>
          </a:xfrm>
          <a:prstGeom prst="roundRect">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pic>
        <p:nvPicPr>
          <p:cNvPr id="10" name="Picture 9">
            <a:extLst>
              <a:ext uri="{FF2B5EF4-FFF2-40B4-BE49-F238E27FC236}">
                <a16:creationId xmlns:a16="http://schemas.microsoft.com/office/drawing/2014/main" id="{6ED487EC-0103-4878-8E4C-B893E009BAAB}"/>
              </a:ext>
            </a:extLst>
          </p:cNvPr>
          <p:cNvPicPr>
            <a:picLocks noChangeAspect="1"/>
          </p:cNvPicPr>
          <p:nvPr/>
        </p:nvPicPr>
        <p:blipFill>
          <a:blip r:embed="rId3"/>
          <a:stretch>
            <a:fillRect/>
          </a:stretch>
        </p:blipFill>
        <p:spPr>
          <a:xfrm>
            <a:off x="5317724" y="4892735"/>
            <a:ext cx="493819" cy="518205"/>
          </a:xfrm>
          <a:prstGeom prst="rect">
            <a:avLst/>
          </a:prstGeom>
        </p:spPr>
      </p:pic>
      <p:pic>
        <p:nvPicPr>
          <p:cNvPr id="11" name="Picture 10">
            <a:extLst>
              <a:ext uri="{FF2B5EF4-FFF2-40B4-BE49-F238E27FC236}">
                <a16:creationId xmlns:a16="http://schemas.microsoft.com/office/drawing/2014/main" id="{9FCB7387-3826-4BFD-9B02-A0BF623AC7D7}"/>
              </a:ext>
            </a:extLst>
          </p:cNvPr>
          <p:cNvPicPr>
            <a:picLocks noChangeAspect="1"/>
          </p:cNvPicPr>
          <p:nvPr/>
        </p:nvPicPr>
        <p:blipFill>
          <a:blip r:embed="rId3"/>
          <a:stretch>
            <a:fillRect/>
          </a:stretch>
        </p:blipFill>
        <p:spPr>
          <a:xfrm>
            <a:off x="5303299" y="3169897"/>
            <a:ext cx="508244" cy="518205"/>
          </a:xfrm>
          <a:prstGeom prst="rect">
            <a:avLst/>
          </a:prstGeom>
        </p:spPr>
      </p:pic>
      <p:sp>
        <p:nvSpPr>
          <p:cNvPr id="12" name="TextBox 11">
            <a:extLst>
              <a:ext uri="{FF2B5EF4-FFF2-40B4-BE49-F238E27FC236}">
                <a16:creationId xmlns:a16="http://schemas.microsoft.com/office/drawing/2014/main" id="{39262460-9786-459C-B928-C32C29EC6306}"/>
              </a:ext>
            </a:extLst>
          </p:cNvPr>
          <p:cNvSpPr txBox="1"/>
          <p:nvPr/>
        </p:nvSpPr>
        <p:spPr>
          <a:xfrm>
            <a:off x="6161102" y="1515407"/>
            <a:ext cx="2343705" cy="369332"/>
          </a:xfrm>
          <a:prstGeom prst="rect">
            <a:avLst/>
          </a:prstGeom>
          <a:noFill/>
        </p:spPr>
        <p:txBody>
          <a:bodyPr wrap="square" rtlCol="1">
            <a:spAutoFit/>
          </a:bodyPr>
          <a:lstStyle/>
          <a:p>
            <a:r>
              <a:rPr lang="en-US" dirty="0"/>
              <a:t>Advanced Sensors</a:t>
            </a:r>
            <a:endParaRPr lang="ar-JO" dirty="0"/>
          </a:p>
        </p:txBody>
      </p:sp>
      <p:cxnSp>
        <p:nvCxnSpPr>
          <p:cNvPr id="14" name="Straight Connector 13">
            <a:extLst>
              <a:ext uri="{FF2B5EF4-FFF2-40B4-BE49-F238E27FC236}">
                <a16:creationId xmlns:a16="http://schemas.microsoft.com/office/drawing/2014/main" id="{88E515BA-1F48-4E49-B18A-0EC21B76A8F3}"/>
              </a:ext>
            </a:extLst>
          </p:cNvPr>
          <p:cNvCxnSpPr>
            <a:cxnSpLocks/>
          </p:cNvCxnSpPr>
          <p:nvPr/>
        </p:nvCxnSpPr>
        <p:spPr>
          <a:xfrm flipH="1">
            <a:off x="5564633" y="1251751"/>
            <a:ext cx="1" cy="4403325"/>
          </a:xfrm>
          <a:prstGeom prst="line">
            <a:avLst/>
          </a:prstGeom>
          <a:ln>
            <a:solidFill>
              <a:srgbClr val="FFFF99"/>
            </a:solidFill>
          </a:ln>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8DEF5E23-B395-4D49-B5DF-A59A9E83E6EF}"/>
              </a:ext>
            </a:extLst>
          </p:cNvPr>
          <p:cNvCxnSpPr>
            <a:stCxn id="9" idx="3"/>
          </p:cNvCxnSpPr>
          <p:nvPr/>
        </p:nvCxnSpPr>
        <p:spPr>
          <a:xfrm flipV="1">
            <a:off x="5797118" y="1700073"/>
            <a:ext cx="298882" cy="1"/>
          </a:xfrm>
          <a:prstGeom prst="line">
            <a:avLst/>
          </a:prstGeom>
          <a:ln>
            <a:solidFill>
              <a:srgbClr val="FFFF99"/>
            </a:solidFill>
          </a:ln>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0865BDCD-3E6C-4875-BE23-D9C4DBF7B0E9}"/>
              </a:ext>
            </a:extLst>
          </p:cNvPr>
          <p:cNvCxnSpPr>
            <a:stCxn id="11" idx="3"/>
          </p:cNvCxnSpPr>
          <p:nvPr/>
        </p:nvCxnSpPr>
        <p:spPr>
          <a:xfrm>
            <a:off x="5811543" y="3429000"/>
            <a:ext cx="284457" cy="0"/>
          </a:xfrm>
          <a:prstGeom prst="line">
            <a:avLst/>
          </a:prstGeom>
          <a:ln>
            <a:solidFill>
              <a:srgbClr val="FFFF99"/>
            </a:solidFill>
          </a:ln>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817EAED8-208A-4FC9-AC17-8B08647FCEF6}"/>
              </a:ext>
            </a:extLst>
          </p:cNvPr>
          <p:cNvCxnSpPr>
            <a:stCxn id="10" idx="3"/>
          </p:cNvCxnSpPr>
          <p:nvPr/>
        </p:nvCxnSpPr>
        <p:spPr>
          <a:xfrm flipV="1">
            <a:off x="5811543" y="5149049"/>
            <a:ext cx="284457" cy="2789"/>
          </a:xfrm>
          <a:prstGeom prst="line">
            <a:avLst/>
          </a:prstGeom>
          <a:ln>
            <a:solidFill>
              <a:srgbClr val="FFFF99"/>
            </a:solidFill>
          </a:ln>
        </p:spPr>
        <p:style>
          <a:lnRef idx="3">
            <a:schemeClr val="dk1"/>
          </a:lnRef>
          <a:fillRef idx="0">
            <a:schemeClr val="dk1"/>
          </a:fillRef>
          <a:effectRef idx="2">
            <a:schemeClr val="dk1"/>
          </a:effectRef>
          <a:fontRef idx="minor">
            <a:schemeClr val="tx1"/>
          </a:fontRef>
        </p:style>
      </p:cxnSp>
      <p:sp>
        <p:nvSpPr>
          <p:cNvPr id="22" name="TextBox 21">
            <a:extLst>
              <a:ext uri="{FF2B5EF4-FFF2-40B4-BE49-F238E27FC236}">
                <a16:creationId xmlns:a16="http://schemas.microsoft.com/office/drawing/2014/main" id="{7E13D2A9-4300-49EA-B700-AF0192FB2A37}"/>
              </a:ext>
            </a:extLst>
          </p:cNvPr>
          <p:cNvSpPr txBox="1"/>
          <p:nvPr/>
        </p:nvSpPr>
        <p:spPr>
          <a:xfrm>
            <a:off x="6161102" y="3244333"/>
            <a:ext cx="4063003" cy="369332"/>
          </a:xfrm>
          <a:prstGeom prst="rect">
            <a:avLst/>
          </a:prstGeom>
          <a:noFill/>
        </p:spPr>
        <p:txBody>
          <a:bodyPr wrap="square" rtlCol="1">
            <a:spAutoFit/>
          </a:bodyPr>
          <a:lstStyle/>
          <a:p>
            <a:r>
              <a:rPr lang="en-US" dirty="0"/>
              <a:t>Improved Communication</a:t>
            </a:r>
            <a:endParaRPr lang="ar-JO" dirty="0"/>
          </a:p>
        </p:txBody>
      </p:sp>
      <p:sp>
        <p:nvSpPr>
          <p:cNvPr id="23" name="TextBox 22">
            <a:extLst>
              <a:ext uri="{FF2B5EF4-FFF2-40B4-BE49-F238E27FC236}">
                <a16:creationId xmlns:a16="http://schemas.microsoft.com/office/drawing/2014/main" id="{37D972B6-3A77-46EB-A2B2-0CF0DAF96B12}"/>
              </a:ext>
            </a:extLst>
          </p:cNvPr>
          <p:cNvSpPr txBox="1"/>
          <p:nvPr/>
        </p:nvSpPr>
        <p:spPr>
          <a:xfrm>
            <a:off x="6072877" y="4973259"/>
            <a:ext cx="2947387" cy="369332"/>
          </a:xfrm>
          <a:prstGeom prst="rect">
            <a:avLst/>
          </a:prstGeom>
          <a:noFill/>
        </p:spPr>
        <p:txBody>
          <a:bodyPr wrap="square" rtlCol="1">
            <a:spAutoFit/>
          </a:bodyPr>
          <a:lstStyle/>
          <a:p>
            <a:r>
              <a:rPr lang="en-US" dirty="0"/>
              <a:t>Artificial Intelligence</a:t>
            </a:r>
            <a:endParaRPr lang="ar-JO" dirty="0"/>
          </a:p>
        </p:txBody>
      </p:sp>
      <p:sp>
        <p:nvSpPr>
          <p:cNvPr id="27" name="Rectangle: Rounded Corners 26">
            <a:extLst>
              <a:ext uri="{FF2B5EF4-FFF2-40B4-BE49-F238E27FC236}">
                <a16:creationId xmlns:a16="http://schemas.microsoft.com/office/drawing/2014/main" id="{44D5A924-35C6-41CA-B2EB-A2F33EA96FD8}"/>
              </a:ext>
            </a:extLst>
          </p:cNvPr>
          <p:cNvSpPr/>
          <p:nvPr/>
        </p:nvSpPr>
        <p:spPr>
          <a:xfrm>
            <a:off x="6201053" y="1884739"/>
            <a:ext cx="4891596" cy="1204690"/>
          </a:xfrm>
          <a:prstGeom prst="roundRect">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pic>
        <p:nvPicPr>
          <p:cNvPr id="28" name="Picture 27">
            <a:extLst>
              <a:ext uri="{FF2B5EF4-FFF2-40B4-BE49-F238E27FC236}">
                <a16:creationId xmlns:a16="http://schemas.microsoft.com/office/drawing/2014/main" id="{F61E82B9-A3C8-41F1-BDAF-EE8CDC4883C9}"/>
              </a:ext>
            </a:extLst>
          </p:cNvPr>
          <p:cNvPicPr>
            <a:picLocks noChangeAspect="1"/>
          </p:cNvPicPr>
          <p:nvPr/>
        </p:nvPicPr>
        <p:blipFill>
          <a:blip r:embed="rId4"/>
          <a:stretch>
            <a:fillRect/>
          </a:stretch>
        </p:blipFill>
        <p:spPr>
          <a:xfrm>
            <a:off x="6201053" y="3613665"/>
            <a:ext cx="4907705" cy="1219306"/>
          </a:xfrm>
          <a:prstGeom prst="rect">
            <a:avLst/>
          </a:prstGeom>
        </p:spPr>
      </p:pic>
      <p:pic>
        <p:nvPicPr>
          <p:cNvPr id="29" name="Picture 28">
            <a:extLst>
              <a:ext uri="{FF2B5EF4-FFF2-40B4-BE49-F238E27FC236}">
                <a16:creationId xmlns:a16="http://schemas.microsoft.com/office/drawing/2014/main" id="{ECA92F1E-8A8C-4D08-8CDE-5744C4FA0D4A}"/>
              </a:ext>
            </a:extLst>
          </p:cNvPr>
          <p:cNvPicPr>
            <a:picLocks noChangeAspect="1"/>
          </p:cNvPicPr>
          <p:nvPr/>
        </p:nvPicPr>
        <p:blipFill>
          <a:blip r:embed="rId4"/>
          <a:stretch>
            <a:fillRect/>
          </a:stretch>
        </p:blipFill>
        <p:spPr>
          <a:xfrm>
            <a:off x="6201053" y="5357207"/>
            <a:ext cx="4907705" cy="1219306"/>
          </a:xfrm>
          <a:prstGeom prst="rect">
            <a:avLst/>
          </a:prstGeom>
        </p:spPr>
      </p:pic>
      <p:sp>
        <p:nvSpPr>
          <p:cNvPr id="30" name="TextBox 29">
            <a:extLst>
              <a:ext uri="{FF2B5EF4-FFF2-40B4-BE49-F238E27FC236}">
                <a16:creationId xmlns:a16="http://schemas.microsoft.com/office/drawing/2014/main" id="{48FF9169-1375-443C-9489-693CAC7B3FEA}"/>
              </a:ext>
            </a:extLst>
          </p:cNvPr>
          <p:cNvSpPr txBox="1"/>
          <p:nvPr/>
        </p:nvSpPr>
        <p:spPr>
          <a:xfrm>
            <a:off x="6372600" y="2079789"/>
            <a:ext cx="4548501" cy="784830"/>
          </a:xfrm>
          <a:prstGeom prst="rect">
            <a:avLst/>
          </a:prstGeom>
          <a:noFill/>
        </p:spPr>
        <p:txBody>
          <a:bodyPr wrap="square" rtlCol="1">
            <a:spAutoFit/>
          </a:bodyPr>
          <a:lstStyle/>
          <a:p>
            <a:r>
              <a:rPr lang="en-US" sz="1500" dirty="0"/>
              <a:t>Research focuses on developing extra sophisticated sensors with superior sensing skills and decreased electricity intake.</a:t>
            </a:r>
            <a:endParaRPr lang="ar-JO" sz="1500" dirty="0"/>
          </a:p>
        </p:txBody>
      </p:sp>
      <p:sp>
        <p:nvSpPr>
          <p:cNvPr id="31" name="TextBox 30">
            <a:extLst>
              <a:ext uri="{FF2B5EF4-FFF2-40B4-BE49-F238E27FC236}">
                <a16:creationId xmlns:a16="http://schemas.microsoft.com/office/drawing/2014/main" id="{7D53D2C9-430E-4A36-B502-C3579522DC7F}"/>
              </a:ext>
            </a:extLst>
          </p:cNvPr>
          <p:cNvSpPr txBox="1"/>
          <p:nvPr/>
        </p:nvSpPr>
        <p:spPr>
          <a:xfrm>
            <a:off x="6378607" y="3796954"/>
            <a:ext cx="4412199" cy="553998"/>
          </a:xfrm>
          <a:prstGeom prst="rect">
            <a:avLst/>
          </a:prstGeom>
          <a:noFill/>
        </p:spPr>
        <p:txBody>
          <a:bodyPr wrap="square" rtlCol="1">
            <a:spAutoFit/>
          </a:bodyPr>
          <a:lstStyle/>
          <a:p>
            <a:r>
              <a:rPr lang="en-US" sz="1500" dirty="0"/>
              <a:t>New communication protocols and technology are being developed to beautify network connectivity.</a:t>
            </a:r>
            <a:endParaRPr lang="ar-JO" sz="1500" dirty="0"/>
          </a:p>
        </p:txBody>
      </p:sp>
      <p:sp>
        <p:nvSpPr>
          <p:cNvPr id="32" name="TextBox 31">
            <a:extLst>
              <a:ext uri="{FF2B5EF4-FFF2-40B4-BE49-F238E27FC236}">
                <a16:creationId xmlns:a16="http://schemas.microsoft.com/office/drawing/2014/main" id="{35F792ED-E321-4B0C-8A30-BB8CD72C5C79}"/>
              </a:ext>
            </a:extLst>
          </p:cNvPr>
          <p:cNvSpPr txBox="1"/>
          <p:nvPr/>
        </p:nvSpPr>
        <p:spPr>
          <a:xfrm>
            <a:off x="6372600" y="5502795"/>
            <a:ext cx="4473238" cy="784830"/>
          </a:xfrm>
          <a:prstGeom prst="rect">
            <a:avLst/>
          </a:prstGeom>
          <a:noFill/>
        </p:spPr>
        <p:txBody>
          <a:bodyPr wrap="square" rtlCol="1">
            <a:spAutoFit/>
          </a:bodyPr>
          <a:lstStyle/>
          <a:p>
            <a:r>
              <a:rPr lang="en-US" sz="1500" dirty="0"/>
              <a:t>WSNs are regularly incorporating AI and machine studying to facilitate self-reliant preference-making, predictive modelling and actual-time data assessment.</a:t>
            </a:r>
            <a:endParaRPr lang="ar-JO" sz="1500" dirty="0"/>
          </a:p>
        </p:txBody>
      </p:sp>
      <p:sp>
        <p:nvSpPr>
          <p:cNvPr id="33" name="TextBox 32">
            <a:extLst>
              <a:ext uri="{FF2B5EF4-FFF2-40B4-BE49-F238E27FC236}">
                <a16:creationId xmlns:a16="http://schemas.microsoft.com/office/drawing/2014/main" id="{C8A0BC5D-494E-4509-96B8-0E7F8D8B2DCA}"/>
              </a:ext>
            </a:extLst>
          </p:cNvPr>
          <p:cNvSpPr txBox="1"/>
          <p:nvPr/>
        </p:nvSpPr>
        <p:spPr>
          <a:xfrm>
            <a:off x="5382829" y="1508897"/>
            <a:ext cx="1012055" cy="400110"/>
          </a:xfrm>
          <a:prstGeom prst="rect">
            <a:avLst/>
          </a:prstGeom>
          <a:noFill/>
        </p:spPr>
        <p:txBody>
          <a:bodyPr wrap="square" rtlCol="1">
            <a:spAutoFit/>
          </a:bodyPr>
          <a:lstStyle/>
          <a:p>
            <a:r>
              <a:rPr lang="en-US" sz="2000" dirty="0"/>
              <a:t>1</a:t>
            </a:r>
            <a:endParaRPr lang="ar-JO" sz="2000" dirty="0"/>
          </a:p>
        </p:txBody>
      </p:sp>
      <p:sp>
        <p:nvSpPr>
          <p:cNvPr id="34" name="TextBox 33">
            <a:extLst>
              <a:ext uri="{FF2B5EF4-FFF2-40B4-BE49-F238E27FC236}">
                <a16:creationId xmlns:a16="http://schemas.microsoft.com/office/drawing/2014/main" id="{ECF50FB6-9BAF-4E0F-8374-30A23DF8793E}"/>
              </a:ext>
            </a:extLst>
          </p:cNvPr>
          <p:cNvSpPr txBox="1"/>
          <p:nvPr/>
        </p:nvSpPr>
        <p:spPr>
          <a:xfrm>
            <a:off x="5382829" y="3227741"/>
            <a:ext cx="2515340" cy="400110"/>
          </a:xfrm>
          <a:prstGeom prst="rect">
            <a:avLst/>
          </a:prstGeom>
          <a:noFill/>
        </p:spPr>
        <p:txBody>
          <a:bodyPr wrap="square" rtlCol="1">
            <a:spAutoFit/>
          </a:bodyPr>
          <a:lstStyle/>
          <a:p>
            <a:r>
              <a:rPr lang="en-US" sz="2000" dirty="0"/>
              <a:t>2</a:t>
            </a:r>
            <a:endParaRPr lang="ar-JO" sz="2000" dirty="0"/>
          </a:p>
        </p:txBody>
      </p:sp>
      <p:sp>
        <p:nvSpPr>
          <p:cNvPr id="35" name="TextBox 34">
            <a:extLst>
              <a:ext uri="{FF2B5EF4-FFF2-40B4-BE49-F238E27FC236}">
                <a16:creationId xmlns:a16="http://schemas.microsoft.com/office/drawing/2014/main" id="{4BA603FE-8AB6-410D-93DD-9D1E62F0CCBF}"/>
              </a:ext>
            </a:extLst>
          </p:cNvPr>
          <p:cNvSpPr txBox="1"/>
          <p:nvPr/>
        </p:nvSpPr>
        <p:spPr>
          <a:xfrm>
            <a:off x="5403544" y="4948994"/>
            <a:ext cx="2494625" cy="400110"/>
          </a:xfrm>
          <a:prstGeom prst="rect">
            <a:avLst/>
          </a:prstGeom>
          <a:noFill/>
        </p:spPr>
        <p:txBody>
          <a:bodyPr wrap="square" rtlCol="1">
            <a:spAutoFit/>
          </a:bodyPr>
          <a:lstStyle/>
          <a:p>
            <a:r>
              <a:rPr lang="en-US" sz="2000" dirty="0"/>
              <a:t>3</a:t>
            </a:r>
            <a:endParaRPr lang="ar-JO" sz="2000" dirty="0"/>
          </a:p>
        </p:txBody>
      </p:sp>
    </p:spTree>
    <p:extLst>
      <p:ext uri="{BB962C8B-B14F-4D97-AF65-F5344CB8AC3E}">
        <p14:creationId xmlns:p14="http://schemas.microsoft.com/office/powerpoint/2010/main" val="213319320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D9814C-29DD-4D0E-BF82-EA21C5F0B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13146" cy="2331960"/>
          </a:xfrm>
          <a:prstGeom prst="rect">
            <a:avLst/>
          </a:prstGeom>
        </p:spPr>
      </p:pic>
      <p:sp>
        <p:nvSpPr>
          <p:cNvPr id="6" name="TextBox 5">
            <a:extLst>
              <a:ext uri="{FF2B5EF4-FFF2-40B4-BE49-F238E27FC236}">
                <a16:creationId xmlns:a16="http://schemas.microsoft.com/office/drawing/2014/main" id="{CD4603C9-51CC-4BED-BD30-07DCECC3FA2D}"/>
              </a:ext>
            </a:extLst>
          </p:cNvPr>
          <p:cNvSpPr txBox="1"/>
          <p:nvPr/>
        </p:nvSpPr>
        <p:spPr>
          <a:xfrm>
            <a:off x="541538" y="2818179"/>
            <a:ext cx="6205492" cy="646331"/>
          </a:xfrm>
          <a:prstGeom prst="rect">
            <a:avLst/>
          </a:prstGeom>
          <a:noFill/>
        </p:spPr>
        <p:txBody>
          <a:bodyPr wrap="square" rtlCol="1">
            <a:spAutoFit/>
          </a:bodyPr>
          <a:lstStyle/>
          <a:p>
            <a:r>
              <a:rPr lang="en-US" sz="3600" dirty="0"/>
              <a:t>Conclusion</a:t>
            </a:r>
            <a:endParaRPr lang="ar-JO" sz="3600" dirty="0"/>
          </a:p>
        </p:txBody>
      </p:sp>
      <p:sp>
        <p:nvSpPr>
          <p:cNvPr id="7" name="TextBox 6">
            <a:extLst>
              <a:ext uri="{FF2B5EF4-FFF2-40B4-BE49-F238E27FC236}">
                <a16:creationId xmlns:a16="http://schemas.microsoft.com/office/drawing/2014/main" id="{17F51F6F-CC29-4A05-83A4-B5C75AA72905}"/>
              </a:ext>
            </a:extLst>
          </p:cNvPr>
          <p:cNvSpPr txBox="1"/>
          <p:nvPr/>
        </p:nvSpPr>
        <p:spPr>
          <a:xfrm>
            <a:off x="541538" y="3835153"/>
            <a:ext cx="10990555" cy="2185214"/>
          </a:xfrm>
          <a:prstGeom prst="rect">
            <a:avLst/>
          </a:prstGeom>
          <a:noFill/>
        </p:spPr>
        <p:txBody>
          <a:bodyPr wrap="square" rtlCol="1">
            <a:spAutoFit/>
          </a:bodyPr>
          <a:lstStyle/>
          <a:p>
            <a:r>
              <a:rPr lang="en-US" sz="1700" dirty="0"/>
              <a:t>A Wireless Sensor Network (WSN) consists of distributed sensors that monitor environmental conditions and relay data to a central location. Key components include sensor nodes that collect data, a communication infrastructure and sink/gateway nodes that transmit information. WSN  architecture comprises sensing, processing, communication and power units, with various topologies and communication layers. Advantages include cost-effectiveness, scalability and flexibility. WSNs are applied in environmental monitoring, industrial automation, healthcare and smart cities. However, challenges such as energy consumption, scalability and security risks remain significant. Communication protocols like ZigBee and Bluetooth influence performance, while future developments focus on advanced sensors, improved communication technologies, and artificial intelligence to enhance functionality.</a:t>
            </a:r>
            <a:endParaRPr lang="ar-JO" sz="1700" dirty="0"/>
          </a:p>
        </p:txBody>
      </p:sp>
    </p:spTree>
    <p:extLst>
      <p:ext uri="{BB962C8B-B14F-4D97-AF65-F5344CB8AC3E}">
        <p14:creationId xmlns:p14="http://schemas.microsoft.com/office/powerpoint/2010/main" val="30411928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TotalTime>
  <Words>608</Words>
  <Application>Microsoft Office PowerPoint</Application>
  <PresentationFormat>Widescreen</PresentationFormat>
  <Paragraphs>86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Leelawadee UI</vt:lpstr>
      <vt:lpstr>Times New Roman</vt:lpstr>
      <vt:lpstr>Office Theme</vt:lpstr>
      <vt:lpstr>Wireless Sensors Networks : Design and Deployment</vt:lpstr>
      <vt:lpstr>Wireless Sensors Networks is :</vt:lpstr>
      <vt:lpstr>Architecture of WSNs</vt:lpstr>
      <vt:lpstr>Advantages of WSNs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Sensor Networks : Design and Deployment</dc:title>
  <dc:creator>Dalya</dc:creator>
  <cp:lastModifiedBy>hp</cp:lastModifiedBy>
  <cp:revision>32</cp:revision>
  <dcterms:created xsi:type="dcterms:W3CDTF">2025-01-29T16:10:22Z</dcterms:created>
  <dcterms:modified xsi:type="dcterms:W3CDTF">2025-01-30T19:30:31Z</dcterms:modified>
</cp:coreProperties>
</file>